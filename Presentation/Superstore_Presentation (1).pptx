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7" r:id="rId3"/>
    <p:sldId id="258" r:id="rId4"/>
    <p:sldId id="259" r:id="rId5"/>
    <p:sldId id="260" r:id="rId6"/>
    <p:sldId id="262" r:id="rId7"/>
    <p:sldId id="263" r:id="rId8"/>
    <p:sldId id="286" r:id="rId9"/>
    <p:sldId id="282" r:id="rId10"/>
    <p:sldId id="287" r:id="rId11"/>
    <p:sldId id="264" r:id="rId12"/>
    <p:sldId id="283" r:id="rId13"/>
    <p:sldId id="284" r:id="rId14"/>
    <p:sldId id="285" r:id="rId15"/>
    <p:sldId id="266" r:id="rId16"/>
    <p:sldId id="267" r:id="rId17"/>
    <p:sldId id="268" r:id="rId18"/>
    <p:sldId id="288" r:id="rId19"/>
    <p:sldId id="269" r:id="rId20"/>
    <p:sldId id="289" r:id="rId21"/>
    <p:sldId id="270" r:id="rId22"/>
    <p:sldId id="271" r:id="rId23"/>
    <p:sldId id="272" r:id="rId24"/>
    <p:sldId id="273" r:id="rId25"/>
    <p:sldId id="274" r:id="rId26"/>
    <p:sldId id="275" r:id="rId27"/>
    <p:sldId id="276" r:id="rId28"/>
    <p:sldId id="277" r:id="rId29"/>
    <p:sldId id="278" r:id="rId30"/>
    <p:sldId id="290" r:id="rId31"/>
    <p:sldId id="279" r:id="rId32"/>
    <p:sldId id="280" r:id="rId33"/>
    <p:sldId id="281" r:id="rId3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B0965B-9A1F-4404-A17D-725B52200EEE}" v="187" dt="2025-11-16T14:45:36.52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792"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ed Alanani" userId="c79e9c9d1c5c5a61" providerId="LiveId" clId="{A857CAF8-071F-4339-8676-5038DFC4FC1C}"/>
    <pc:docChg chg="undo custSel addSld delSld modSld sldOrd">
      <pc:chgData name="Mohamed Alanani" userId="c79e9c9d1c5c5a61" providerId="LiveId" clId="{A857CAF8-071F-4339-8676-5038DFC4FC1C}" dt="2025-11-16T14:45:36.529" v="1910"/>
      <pc:docMkLst>
        <pc:docMk/>
      </pc:docMkLst>
      <pc:sldChg chg="addSp delSp modSp mod ord">
        <pc:chgData name="Mohamed Alanani" userId="c79e9c9d1c5c5a61" providerId="LiveId" clId="{A857CAF8-071F-4339-8676-5038DFC4FC1C}" dt="2025-11-16T00:17:08.710" v="1372"/>
        <pc:sldMkLst>
          <pc:docMk/>
          <pc:sldMk cId="0" sldId="256"/>
        </pc:sldMkLst>
        <pc:picChg chg="del mod">
          <ac:chgData name="Mohamed Alanani" userId="c79e9c9d1c5c5a61" providerId="LiveId" clId="{A857CAF8-071F-4339-8676-5038DFC4FC1C}" dt="2025-11-15T20:24:45.835" v="105" actId="478"/>
          <ac:picMkLst>
            <pc:docMk/>
            <pc:sldMk cId="0" sldId="256"/>
            <ac:picMk id="2" creationId="{00000000-0000-0000-0000-000000000000}"/>
          </ac:picMkLst>
        </pc:picChg>
        <pc:picChg chg="add mod">
          <ac:chgData name="Mohamed Alanani" userId="c79e9c9d1c5c5a61" providerId="LiveId" clId="{A857CAF8-071F-4339-8676-5038DFC4FC1C}" dt="2025-11-15T20:25:03.524" v="108" actId="14100"/>
          <ac:picMkLst>
            <pc:docMk/>
            <pc:sldMk cId="0" sldId="256"/>
            <ac:picMk id="10" creationId="{35CDF3FF-18F1-8B7F-680F-218C5FC1E633}"/>
          </ac:picMkLst>
        </pc:picChg>
        <pc:picChg chg="add del mod">
          <ac:chgData name="Mohamed Alanani" userId="c79e9c9d1c5c5a61" providerId="LiveId" clId="{A857CAF8-071F-4339-8676-5038DFC4FC1C}" dt="2025-11-15T20:24:32.229" v="101" actId="478"/>
          <ac:picMkLst>
            <pc:docMk/>
            <pc:sldMk cId="0" sldId="256"/>
            <ac:picMk id="12" creationId="{DB02EBF8-CBF7-4EA8-50C5-4EE9E5635280}"/>
          </ac:picMkLst>
        </pc:picChg>
      </pc:sldChg>
      <pc:sldChg chg="addSp delSp modSp mod">
        <pc:chgData name="Mohamed Alanani" userId="c79e9c9d1c5c5a61" providerId="LiveId" clId="{A857CAF8-071F-4339-8676-5038DFC4FC1C}" dt="2025-11-16T14:45:36.529" v="1910"/>
        <pc:sldMkLst>
          <pc:docMk/>
          <pc:sldMk cId="0" sldId="257"/>
        </pc:sldMkLst>
        <pc:spChg chg="mod">
          <ac:chgData name="Mohamed Alanani" userId="c79e9c9d1c5c5a61" providerId="LiveId" clId="{A857CAF8-071F-4339-8676-5038DFC4FC1C}" dt="2025-11-16T14:32:34.799" v="1889" actId="207"/>
          <ac:spMkLst>
            <pc:docMk/>
            <pc:sldMk cId="0" sldId="257"/>
            <ac:spMk id="8" creationId="{00000000-0000-0000-0000-000000000000}"/>
          </ac:spMkLst>
        </pc:spChg>
        <pc:spChg chg="mod">
          <ac:chgData name="Mohamed Alanani" userId="c79e9c9d1c5c5a61" providerId="LiveId" clId="{A857CAF8-071F-4339-8676-5038DFC4FC1C}" dt="2025-11-15T23:47:31.350" v="1366" actId="2711"/>
          <ac:spMkLst>
            <pc:docMk/>
            <pc:sldMk cId="0" sldId="257"/>
            <ac:spMk id="9" creationId="{00000000-0000-0000-0000-000000000000}"/>
          </ac:spMkLst>
        </pc:spChg>
        <pc:spChg chg="mod">
          <ac:chgData name="Mohamed Alanani" userId="c79e9c9d1c5c5a61" providerId="LiveId" clId="{A857CAF8-071F-4339-8676-5038DFC4FC1C}" dt="2025-11-15T23:47:31.350" v="1366" actId="2711"/>
          <ac:spMkLst>
            <pc:docMk/>
            <pc:sldMk cId="0" sldId="257"/>
            <ac:spMk id="12" creationId="{00000000-0000-0000-0000-000000000000}"/>
          </ac:spMkLst>
        </pc:spChg>
        <pc:spChg chg="mod">
          <ac:chgData name="Mohamed Alanani" userId="c79e9c9d1c5c5a61" providerId="LiveId" clId="{A857CAF8-071F-4339-8676-5038DFC4FC1C}" dt="2025-11-15T23:47:31.350" v="1366" actId="2711"/>
          <ac:spMkLst>
            <pc:docMk/>
            <pc:sldMk cId="0" sldId="257"/>
            <ac:spMk id="17" creationId="{00000000-0000-0000-0000-000000000000}"/>
          </ac:spMkLst>
        </pc:spChg>
        <pc:spChg chg="mod">
          <ac:chgData name="Mohamed Alanani" userId="c79e9c9d1c5c5a61" providerId="LiveId" clId="{A857CAF8-071F-4339-8676-5038DFC4FC1C}" dt="2025-11-15T23:47:31.350" v="1366" actId="2711"/>
          <ac:spMkLst>
            <pc:docMk/>
            <pc:sldMk cId="0" sldId="257"/>
            <ac:spMk id="22" creationId="{00000000-0000-0000-0000-000000000000}"/>
          </ac:spMkLst>
        </pc:spChg>
        <pc:spChg chg="mod">
          <ac:chgData name="Mohamed Alanani" userId="c79e9c9d1c5c5a61" providerId="LiveId" clId="{A857CAF8-071F-4339-8676-5038DFC4FC1C}" dt="2025-11-15T23:47:31.350" v="1366" actId="2711"/>
          <ac:spMkLst>
            <pc:docMk/>
            <pc:sldMk cId="0" sldId="257"/>
            <ac:spMk id="27" creationId="{00000000-0000-0000-0000-000000000000}"/>
          </ac:spMkLst>
        </pc:spChg>
        <pc:spChg chg="mod">
          <ac:chgData name="Mohamed Alanani" userId="c79e9c9d1c5c5a61" providerId="LiveId" clId="{A857CAF8-071F-4339-8676-5038DFC4FC1C}" dt="2025-11-15T20:21:57.594" v="75" actId="403"/>
          <ac:spMkLst>
            <pc:docMk/>
            <pc:sldMk cId="0" sldId="257"/>
            <ac:spMk id="32" creationId="{00000000-0000-0000-0000-000000000000}"/>
          </ac:spMkLst>
        </pc:spChg>
        <pc:grpChg chg="del">
          <ac:chgData name="Mohamed Alanani" userId="c79e9c9d1c5c5a61" providerId="LiveId" clId="{A857CAF8-071F-4339-8676-5038DFC4FC1C}" dt="2025-11-15T20:18:07.846" v="1" actId="478"/>
          <ac:grpSpMkLst>
            <pc:docMk/>
            <pc:sldMk cId="0" sldId="257"/>
            <ac:grpSpMk id="2" creationId="{00000000-0000-0000-0000-000000000000}"/>
          </ac:grpSpMkLst>
        </pc:grpChg>
        <pc:grpChg chg="del">
          <ac:chgData name="Mohamed Alanani" userId="c79e9c9d1c5c5a61" providerId="LiveId" clId="{A857CAF8-071F-4339-8676-5038DFC4FC1C}" dt="2025-11-15T20:18:17.169" v="5" actId="478"/>
          <ac:grpSpMkLst>
            <pc:docMk/>
            <pc:sldMk cId="0" sldId="257"/>
            <ac:grpSpMk id="5" creationId="{00000000-0000-0000-0000-000000000000}"/>
          </ac:grpSpMkLst>
        </pc:grpChg>
        <pc:grpChg chg="del">
          <ac:chgData name="Mohamed Alanani" userId="c79e9c9d1c5c5a61" providerId="LiveId" clId="{A857CAF8-071F-4339-8676-5038DFC4FC1C}" dt="2025-11-15T20:18:15.406" v="4" actId="478"/>
          <ac:grpSpMkLst>
            <pc:docMk/>
            <pc:sldMk cId="0" sldId="257"/>
            <ac:grpSpMk id="13" creationId="{00000000-0000-0000-0000-000000000000}"/>
          </ac:grpSpMkLst>
        </pc:grpChg>
        <pc:grpChg chg="del">
          <ac:chgData name="Mohamed Alanani" userId="c79e9c9d1c5c5a61" providerId="LiveId" clId="{A857CAF8-071F-4339-8676-5038DFC4FC1C}" dt="2025-11-15T20:17:42.211" v="0" actId="478"/>
          <ac:grpSpMkLst>
            <pc:docMk/>
            <pc:sldMk cId="0" sldId="257"/>
            <ac:grpSpMk id="18" creationId="{00000000-0000-0000-0000-000000000000}"/>
          </ac:grpSpMkLst>
        </pc:grpChg>
        <pc:grpChg chg="del">
          <ac:chgData name="Mohamed Alanani" userId="c79e9c9d1c5c5a61" providerId="LiveId" clId="{A857CAF8-071F-4339-8676-5038DFC4FC1C}" dt="2025-11-15T20:18:11.093" v="2" actId="478"/>
          <ac:grpSpMkLst>
            <pc:docMk/>
            <pc:sldMk cId="0" sldId="257"/>
            <ac:grpSpMk id="23" creationId="{00000000-0000-0000-0000-000000000000}"/>
          </ac:grpSpMkLst>
        </pc:grpChg>
        <pc:grpChg chg="del">
          <ac:chgData name="Mohamed Alanani" userId="c79e9c9d1c5c5a61" providerId="LiveId" clId="{A857CAF8-071F-4339-8676-5038DFC4FC1C}" dt="2025-11-15T20:18:13.372" v="3" actId="478"/>
          <ac:grpSpMkLst>
            <pc:docMk/>
            <pc:sldMk cId="0" sldId="257"/>
            <ac:grpSpMk id="28" creationId="{00000000-0000-0000-0000-000000000000}"/>
          </ac:grpSpMkLst>
        </pc:grpChg>
        <pc:picChg chg="mod">
          <ac:chgData name="Mohamed Alanani" userId="c79e9c9d1c5c5a61" providerId="LiveId" clId="{A857CAF8-071F-4339-8676-5038DFC4FC1C}" dt="2025-11-16T14:38:34.346" v="1905"/>
          <ac:picMkLst>
            <pc:docMk/>
            <pc:sldMk cId="0" sldId="257"/>
            <ac:picMk id="10" creationId="{00000000-0000-0000-0000-000000000000}"/>
          </ac:picMkLst>
        </pc:picChg>
        <pc:picChg chg="mod">
          <ac:chgData name="Mohamed Alanani" userId="c79e9c9d1c5c5a61" providerId="LiveId" clId="{A857CAF8-071F-4339-8676-5038DFC4FC1C}" dt="2025-11-16T14:43:01.918" v="1909"/>
          <ac:picMkLst>
            <pc:docMk/>
            <pc:sldMk cId="0" sldId="257"/>
            <ac:picMk id="11" creationId="{00000000-0000-0000-0000-000000000000}"/>
          </ac:picMkLst>
        </pc:picChg>
        <pc:picChg chg="mod">
          <ac:chgData name="Mohamed Alanani" userId="c79e9c9d1c5c5a61" providerId="LiveId" clId="{A857CAF8-071F-4339-8676-5038DFC4FC1C}" dt="2025-11-16T14:39:10.868" v="1906"/>
          <ac:picMkLst>
            <pc:docMk/>
            <pc:sldMk cId="0" sldId="257"/>
            <ac:picMk id="16" creationId="{00000000-0000-0000-0000-000000000000}"/>
          </ac:picMkLst>
        </pc:picChg>
        <pc:picChg chg="mod">
          <ac:chgData name="Mohamed Alanani" userId="c79e9c9d1c5c5a61" providerId="LiveId" clId="{A857CAF8-071F-4339-8676-5038DFC4FC1C}" dt="2025-11-16T14:35:53.526" v="1904"/>
          <ac:picMkLst>
            <pc:docMk/>
            <pc:sldMk cId="0" sldId="257"/>
            <ac:picMk id="21" creationId="{00000000-0000-0000-0000-000000000000}"/>
          </ac:picMkLst>
        </pc:picChg>
        <pc:picChg chg="mod">
          <ac:chgData name="Mohamed Alanani" userId="c79e9c9d1c5c5a61" providerId="LiveId" clId="{A857CAF8-071F-4339-8676-5038DFC4FC1C}" dt="2025-11-16T14:40:59.871" v="1908"/>
          <ac:picMkLst>
            <pc:docMk/>
            <pc:sldMk cId="0" sldId="257"/>
            <ac:picMk id="26" creationId="{00000000-0000-0000-0000-000000000000}"/>
          </ac:picMkLst>
        </pc:picChg>
        <pc:picChg chg="mod">
          <ac:chgData name="Mohamed Alanani" userId="c79e9c9d1c5c5a61" providerId="LiveId" clId="{A857CAF8-071F-4339-8676-5038DFC4FC1C}" dt="2025-11-16T14:45:36.529" v="1910"/>
          <ac:picMkLst>
            <pc:docMk/>
            <pc:sldMk cId="0" sldId="257"/>
            <ac:picMk id="31" creationId="{00000000-0000-0000-0000-000000000000}"/>
          </ac:picMkLst>
        </pc:picChg>
        <pc:picChg chg="add mod">
          <ac:chgData name="Mohamed Alanani" userId="c79e9c9d1c5c5a61" providerId="LiveId" clId="{A857CAF8-071F-4339-8676-5038DFC4FC1C}" dt="2025-11-15T20:25:09.859" v="109"/>
          <ac:picMkLst>
            <pc:docMk/>
            <pc:sldMk cId="0" sldId="257"/>
            <ac:picMk id="35" creationId="{3B7F2B04-9EF9-459D-C485-F9701E9DB761}"/>
          </ac:picMkLst>
        </pc:picChg>
      </pc:sldChg>
      <pc:sldChg chg="addSp delSp modSp mod">
        <pc:chgData name="Mohamed Alanani" userId="c79e9c9d1c5c5a61" providerId="LiveId" clId="{A857CAF8-071F-4339-8676-5038DFC4FC1C}" dt="2025-11-16T14:28:44.902" v="1868" actId="20577"/>
        <pc:sldMkLst>
          <pc:docMk/>
          <pc:sldMk cId="0" sldId="258"/>
        </pc:sldMkLst>
        <pc:spChg chg="mod">
          <ac:chgData name="Mohamed Alanani" userId="c79e9c9d1c5c5a61" providerId="LiveId" clId="{A857CAF8-071F-4339-8676-5038DFC4FC1C}" dt="2025-11-15T20:48:25.497" v="538" actId="14100"/>
          <ac:spMkLst>
            <pc:docMk/>
            <pc:sldMk cId="0" sldId="258"/>
            <ac:spMk id="4" creationId="{00000000-0000-0000-0000-000000000000}"/>
          </ac:spMkLst>
        </pc:spChg>
        <pc:spChg chg="mod">
          <ac:chgData name="Mohamed Alanani" userId="c79e9c9d1c5c5a61" providerId="LiveId" clId="{A857CAF8-071F-4339-8676-5038DFC4FC1C}" dt="2025-11-16T14:28:44.902" v="1868" actId="20577"/>
          <ac:spMkLst>
            <pc:docMk/>
            <pc:sldMk cId="0" sldId="258"/>
            <ac:spMk id="5" creationId="{00000000-0000-0000-0000-000000000000}"/>
          </ac:spMkLst>
        </pc:spChg>
        <pc:picChg chg="del">
          <ac:chgData name="Mohamed Alanani" userId="c79e9c9d1c5c5a61" providerId="LiveId" clId="{A857CAF8-071F-4339-8676-5038DFC4FC1C}" dt="2025-11-15T20:25:19.722" v="111" actId="478"/>
          <ac:picMkLst>
            <pc:docMk/>
            <pc:sldMk cId="0" sldId="258"/>
            <ac:picMk id="2" creationId="{00000000-0000-0000-0000-000000000000}"/>
          </ac:picMkLst>
        </pc:picChg>
        <pc:picChg chg="add mod">
          <ac:chgData name="Mohamed Alanani" userId="c79e9c9d1c5c5a61" providerId="LiveId" clId="{A857CAF8-071F-4339-8676-5038DFC4FC1C}" dt="2025-11-15T20:25:14.644" v="110"/>
          <ac:picMkLst>
            <pc:docMk/>
            <pc:sldMk cId="0" sldId="258"/>
            <ac:picMk id="8" creationId="{545E8333-1857-6603-8DFE-D569B2DBBF84}"/>
          </ac:picMkLst>
        </pc:picChg>
      </pc:sldChg>
      <pc:sldChg chg="addSp delSp modSp mod">
        <pc:chgData name="Mohamed Alanani" userId="c79e9c9d1c5c5a61" providerId="LiveId" clId="{A857CAF8-071F-4339-8676-5038DFC4FC1C}" dt="2025-11-16T14:32:33.994" v="1888" actId="207"/>
        <pc:sldMkLst>
          <pc:docMk/>
          <pc:sldMk cId="0" sldId="259"/>
        </pc:sldMkLst>
        <pc:spChg chg="mod">
          <ac:chgData name="Mohamed Alanani" userId="c79e9c9d1c5c5a61" providerId="LiveId" clId="{A857CAF8-071F-4339-8676-5038DFC4FC1C}" dt="2025-11-16T14:32:33.994" v="1888" actId="207"/>
          <ac:spMkLst>
            <pc:docMk/>
            <pc:sldMk cId="0" sldId="259"/>
            <ac:spMk id="3" creationId="{00000000-0000-0000-0000-000000000000}"/>
          </ac:spMkLst>
        </pc:spChg>
        <pc:spChg chg="add del mod">
          <ac:chgData name="Mohamed Alanani" userId="c79e9c9d1c5c5a61" providerId="LiveId" clId="{A857CAF8-071F-4339-8676-5038DFC4FC1C}" dt="2025-11-15T20:33:41.629" v="384" actId="478"/>
          <ac:spMkLst>
            <pc:docMk/>
            <pc:sldMk cId="0" sldId="259"/>
            <ac:spMk id="4" creationId="{00000000-0000-0000-0000-000000000000}"/>
          </ac:spMkLst>
        </pc:spChg>
        <pc:spChg chg="add del">
          <ac:chgData name="Mohamed Alanani" userId="c79e9c9d1c5c5a61" providerId="LiveId" clId="{A857CAF8-071F-4339-8676-5038DFC4FC1C}" dt="2025-11-15T20:33:29.598" v="382" actId="22"/>
          <ac:spMkLst>
            <pc:docMk/>
            <pc:sldMk cId="0" sldId="259"/>
            <ac:spMk id="9" creationId="{1D7D7780-C63A-4F6B-1E80-60B4F001179F}"/>
          </ac:spMkLst>
        </pc:spChg>
        <pc:spChg chg="add mod">
          <ac:chgData name="Mohamed Alanani" userId="c79e9c9d1c5c5a61" providerId="LiveId" clId="{A857CAF8-071F-4339-8676-5038DFC4FC1C}" dt="2025-11-15T20:35:09.015" v="431" actId="403"/>
          <ac:spMkLst>
            <pc:docMk/>
            <pc:sldMk cId="0" sldId="259"/>
            <ac:spMk id="10" creationId="{09ADE304-FD2A-0DFF-D93D-9F0484F8B4C0}"/>
          </ac:spMkLst>
        </pc:spChg>
        <pc:spChg chg="add del mod">
          <ac:chgData name="Mohamed Alanani" userId="c79e9c9d1c5c5a61" providerId="LiveId" clId="{A857CAF8-071F-4339-8676-5038DFC4FC1C}" dt="2025-11-15T20:37:30.396" v="456" actId="20577"/>
          <ac:spMkLst>
            <pc:docMk/>
            <pc:sldMk cId="0" sldId="259"/>
            <ac:spMk id="11" creationId="{B60D446D-A239-C3EB-42C9-1D4BDB0EBF68}"/>
          </ac:spMkLst>
        </pc:spChg>
        <pc:spChg chg="add mod">
          <ac:chgData name="Mohamed Alanani" userId="c79e9c9d1c5c5a61" providerId="LiveId" clId="{A857CAF8-071F-4339-8676-5038DFC4FC1C}" dt="2025-11-15T20:36:53.239" v="448" actId="1076"/>
          <ac:spMkLst>
            <pc:docMk/>
            <pc:sldMk cId="0" sldId="259"/>
            <ac:spMk id="12" creationId="{2CC64872-E743-7307-67C3-CF99DC6B47DF}"/>
          </ac:spMkLst>
        </pc:spChg>
        <pc:spChg chg="add mod">
          <ac:chgData name="Mohamed Alanani" userId="c79e9c9d1c5c5a61" providerId="LiveId" clId="{A857CAF8-071F-4339-8676-5038DFC4FC1C}" dt="2025-11-15T20:37:20.503" v="452" actId="2710"/>
          <ac:spMkLst>
            <pc:docMk/>
            <pc:sldMk cId="0" sldId="259"/>
            <ac:spMk id="13" creationId="{40923214-2BC1-9C6E-E412-EB3ED0DD3905}"/>
          </ac:spMkLst>
        </pc:spChg>
        <pc:picChg chg="del">
          <ac:chgData name="Mohamed Alanani" userId="c79e9c9d1c5c5a61" providerId="LiveId" clId="{A857CAF8-071F-4339-8676-5038DFC4FC1C}" dt="2025-11-15T20:25:23" v="112" actId="478"/>
          <ac:picMkLst>
            <pc:docMk/>
            <pc:sldMk cId="0" sldId="259"/>
            <ac:picMk id="2" creationId="{00000000-0000-0000-0000-000000000000}"/>
          </ac:picMkLst>
        </pc:picChg>
        <pc:picChg chg="add mod">
          <ac:chgData name="Mohamed Alanani" userId="c79e9c9d1c5c5a61" providerId="LiveId" clId="{A857CAF8-071F-4339-8676-5038DFC4FC1C}" dt="2025-11-15T20:25:23.936" v="113"/>
          <ac:picMkLst>
            <pc:docMk/>
            <pc:sldMk cId="0" sldId="259"/>
            <ac:picMk id="7" creationId="{6BE0471B-982D-6FE1-8CAD-77347A03181A}"/>
          </ac:picMkLst>
        </pc:picChg>
      </pc:sldChg>
      <pc:sldChg chg="addSp delSp modSp mod">
        <pc:chgData name="Mohamed Alanani" userId="c79e9c9d1c5c5a61" providerId="LiveId" clId="{A857CAF8-071F-4339-8676-5038DFC4FC1C}" dt="2025-11-16T14:32:33.165" v="1887" actId="207"/>
        <pc:sldMkLst>
          <pc:docMk/>
          <pc:sldMk cId="0" sldId="260"/>
        </pc:sldMkLst>
        <pc:spChg chg="mod">
          <ac:chgData name="Mohamed Alanani" userId="c79e9c9d1c5c5a61" providerId="LiveId" clId="{A857CAF8-071F-4339-8676-5038DFC4FC1C}" dt="2025-11-16T14:32:33.165" v="1887" actId="207"/>
          <ac:spMkLst>
            <pc:docMk/>
            <pc:sldMk cId="0" sldId="260"/>
            <ac:spMk id="3" creationId="{00000000-0000-0000-0000-000000000000}"/>
          </ac:spMkLst>
        </pc:spChg>
        <pc:spChg chg="del mod">
          <ac:chgData name="Mohamed Alanani" userId="c79e9c9d1c5c5a61" providerId="LiveId" clId="{A857CAF8-071F-4339-8676-5038DFC4FC1C}" dt="2025-11-15T20:39:29.694" v="460" actId="478"/>
          <ac:spMkLst>
            <pc:docMk/>
            <pc:sldMk cId="0" sldId="260"/>
            <ac:spMk id="4" creationId="{00000000-0000-0000-0000-000000000000}"/>
          </ac:spMkLst>
        </pc:spChg>
        <pc:spChg chg="add mod">
          <ac:chgData name="Mohamed Alanani" userId="c79e9c9d1c5c5a61" providerId="LiveId" clId="{A857CAF8-071F-4339-8676-5038DFC4FC1C}" dt="2025-11-15T20:43:17.726" v="489" actId="403"/>
          <ac:spMkLst>
            <pc:docMk/>
            <pc:sldMk cId="0" sldId="260"/>
            <ac:spMk id="8" creationId="{10BCE672-2405-2832-DEA3-98488B31FEF5}"/>
          </ac:spMkLst>
        </pc:spChg>
        <pc:spChg chg="add mod">
          <ac:chgData name="Mohamed Alanani" userId="c79e9c9d1c5c5a61" providerId="LiveId" clId="{A857CAF8-071F-4339-8676-5038DFC4FC1C}" dt="2025-11-15T20:47:32.202" v="517" actId="20577"/>
          <ac:spMkLst>
            <pc:docMk/>
            <pc:sldMk cId="0" sldId="260"/>
            <ac:spMk id="9" creationId="{5CDC26E2-2323-741F-6F66-8E0C96273CF5}"/>
          </ac:spMkLst>
        </pc:spChg>
        <pc:picChg chg="del">
          <ac:chgData name="Mohamed Alanani" userId="c79e9c9d1c5c5a61" providerId="LiveId" clId="{A857CAF8-071F-4339-8676-5038DFC4FC1C}" dt="2025-11-15T20:25:28.572" v="114" actId="478"/>
          <ac:picMkLst>
            <pc:docMk/>
            <pc:sldMk cId="0" sldId="260"/>
            <ac:picMk id="2" creationId="{00000000-0000-0000-0000-000000000000}"/>
          </ac:picMkLst>
        </pc:picChg>
        <pc:picChg chg="add mod">
          <ac:chgData name="Mohamed Alanani" userId="c79e9c9d1c5c5a61" providerId="LiveId" clId="{A857CAF8-071F-4339-8676-5038DFC4FC1C}" dt="2025-11-15T20:25:29.298" v="115"/>
          <ac:picMkLst>
            <pc:docMk/>
            <pc:sldMk cId="0" sldId="260"/>
            <ac:picMk id="7" creationId="{BF511C46-EC27-5159-A038-FF343D25F4A9}"/>
          </ac:picMkLst>
        </pc:picChg>
      </pc:sldChg>
      <pc:sldChg chg="addSp delSp modSp del mod">
        <pc:chgData name="Mohamed Alanani" userId="c79e9c9d1c5c5a61" providerId="LiveId" clId="{A857CAF8-071F-4339-8676-5038DFC4FC1C}" dt="2025-11-16T14:27:34.876" v="1844" actId="47"/>
        <pc:sldMkLst>
          <pc:docMk/>
          <pc:sldMk cId="0" sldId="261"/>
        </pc:sldMkLst>
        <pc:spChg chg="mod">
          <ac:chgData name="Mohamed Alanani" userId="c79e9c9d1c5c5a61" providerId="LiveId" clId="{A857CAF8-071F-4339-8676-5038DFC4FC1C}" dt="2025-11-16T14:27:29.619" v="1843" actId="20577"/>
          <ac:spMkLst>
            <pc:docMk/>
            <pc:sldMk cId="0" sldId="261"/>
            <ac:spMk id="3" creationId="{00000000-0000-0000-0000-000000000000}"/>
          </ac:spMkLst>
        </pc:spChg>
        <pc:picChg chg="del">
          <ac:chgData name="Mohamed Alanani" userId="c79e9c9d1c5c5a61" providerId="LiveId" clId="{A857CAF8-071F-4339-8676-5038DFC4FC1C}" dt="2025-11-15T20:25:33.312" v="116" actId="478"/>
          <ac:picMkLst>
            <pc:docMk/>
            <pc:sldMk cId="0" sldId="261"/>
            <ac:picMk id="2" creationId="{00000000-0000-0000-0000-000000000000}"/>
          </ac:picMkLst>
        </pc:picChg>
        <pc:picChg chg="add mod">
          <ac:chgData name="Mohamed Alanani" userId="c79e9c9d1c5c5a61" providerId="LiveId" clId="{A857CAF8-071F-4339-8676-5038DFC4FC1C}" dt="2025-11-15T20:25:34.003" v="117"/>
          <ac:picMkLst>
            <pc:docMk/>
            <pc:sldMk cId="0" sldId="261"/>
            <ac:picMk id="6" creationId="{1A61CC01-D371-B34D-D6FE-0EDA2C7E751C}"/>
          </ac:picMkLst>
        </pc:picChg>
      </pc:sldChg>
      <pc:sldChg chg="addSp delSp modSp mod">
        <pc:chgData name="Mohamed Alanani" userId="c79e9c9d1c5c5a61" providerId="LiveId" clId="{A857CAF8-071F-4339-8676-5038DFC4FC1C}" dt="2025-11-15T21:01:17.164" v="618" actId="1076"/>
        <pc:sldMkLst>
          <pc:docMk/>
          <pc:sldMk cId="0" sldId="262"/>
        </pc:sldMkLst>
        <pc:spChg chg="del">
          <ac:chgData name="Mohamed Alanani" userId="c79e9c9d1c5c5a61" providerId="LiveId" clId="{A857CAF8-071F-4339-8676-5038DFC4FC1C}" dt="2025-11-15T20:55:34.184" v="549" actId="478"/>
          <ac:spMkLst>
            <pc:docMk/>
            <pc:sldMk cId="0" sldId="262"/>
            <ac:spMk id="3" creationId="{00000000-0000-0000-0000-000000000000}"/>
          </ac:spMkLst>
        </pc:spChg>
        <pc:spChg chg="del mod">
          <ac:chgData name="Mohamed Alanani" userId="c79e9c9d1c5c5a61" providerId="LiveId" clId="{A857CAF8-071F-4339-8676-5038DFC4FC1C}" dt="2025-11-15T20:57:13.863" v="590" actId="478"/>
          <ac:spMkLst>
            <pc:docMk/>
            <pc:sldMk cId="0" sldId="262"/>
            <ac:spMk id="4" creationId="{00000000-0000-0000-0000-000000000000}"/>
          </ac:spMkLst>
        </pc:spChg>
        <pc:spChg chg="del">
          <ac:chgData name="Mohamed Alanani" userId="c79e9c9d1c5c5a61" providerId="LiveId" clId="{A857CAF8-071F-4339-8676-5038DFC4FC1C}" dt="2025-11-15T20:57:17.332" v="591" actId="478"/>
          <ac:spMkLst>
            <pc:docMk/>
            <pc:sldMk cId="0" sldId="262"/>
            <ac:spMk id="5" creationId="{00000000-0000-0000-0000-000000000000}"/>
          </ac:spMkLst>
        </pc:spChg>
        <pc:spChg chg="add mod">
          <ac:chgData name="Mohamed Alanani" userId="c79e9c9d1c5c5a61" providerId="LiveId" clId="{A857CAF8-071F-4339-8676-5038DFC4FC1C}" dt="2025-11-15T21:01:05.044" v="614" actId="1076"/>
          <ac:spMkLst>
            <pc:docMk/>
            <pc:sldMk cId="0" sldId="262"/>
            <ac:spMk id="9" creationId="{6A34C04A-6298-6DFD-5096-E29AF2A31A2D}"/>
          </ac:spMkLst>
        </pc:spChg>
        <pc:spChg chg="add mod">
          <ac:chgData name="Mohamed Alanani" userId="c79e9c9d1c5c5a61" providerId="LiveId" clId="{A857CAF8-071F-4339-8676-5038DFC4FC1C}" dt="2025-11-15T21:01:17.164" v="618" actId="1076"/>
          <ac:spMkLst>
            <pc:docMk/>
            <pc:sldMk cId="0" sldId="262"/>
            <ac:spMk id="10" creationId="{C4238C2E-7E9C-5846-5924-F6CA85ED0A1C}"/>
          </ac:spMkLst>
        </pc:spChg>
        <pc:picChg chg="add mod">
          <ac:chgData name="Mohamed Alanani" userId="c79e9c9d1c5c5a61" providerId="LiveId" clId="{A857CAF8-071F-4339-8676-5038DFC4FC1C}" dt="2025-11-15T20:25:53.443" v="120" actId="1076"/>
          <ac:picMkLst>
            <pc:docMk/>
            <pc:sldMk cId="0" sldId="262"/>
            <ac:picMk id="8" creationId="{639B1E4F-3AE8-DDC6-49BE-0C07A7846136}"/>
          </ac:picMkLst>
        </pc:picChg>
        <pc:picChg chg="add mod">
          <ac:chgData name="Mohamed Alanani" userId="c79e9c9d1c5c5a61" providerId="LiveId" clId="{A857CAF8-071F-4339-8676-5038DFC4FC1C}" dt="2025-11-15T21:01:07.443" v="615" actId="1076"/>
          <ac:picMkLst>
            <pc:docMk/>
            <pc:sldMk cId="0" sldId="262"/>
            <ac:picMk id="12" creationId="{12C3E5DA-C4A1-F080-2E6B-7554C37164C7}"/>
          </ac:picMkLst>
        </pc:picChg>
        <pc:picChg chg="add del mod">
          <ac:chgData name="Mohamed Alanani" userId="c79e9c9d1c5c5a61" providerId="LiveId" clId="{A857CAF8-071F-4339-8676-5038DFC4FC1C}" dt="2025-11-15T20:59:01.451" v="605" actId="478"/>
          <ac:picMkLst>
            <pc:docMk/>
            <pc:sldMk cId="0" sldId="262"/>
            <ac:picMk id="14" creationId="{5122707D-5AC8-6D08-11B4-C559032F8B99}"/>
          </ac:picMkLst>
        </pc:picChg>
        <pc:picChg chg="add mod">
          <ac:chgData name="Mohamed Alanani" userId="c79e9c9d1c5c5a61" providerId="LiveId" clId="{A857CAF8-071F-4339-8676-5038DFC4FC1C}" dt="2025-11-15T21:01:11.844" v="617" actId="14100"/>
          <ac:picMkLst>
            <pc:docMk/>
            <pc:sldMk cId="0" sldId="262"/>
            <ac:picMk id="16" creationId="{D1318EC9-BF44-8033-CE56-20A6044E152C}"/>
          </ac:picMkLst>
        </pc:picChg>
      </pc:sldChg>
      <pc:sldChg chg="addSp delSp modSp mod">
        <pc:chgData name="Mohamed Alanani" userId="c79e9c9d1c5c5a61" providerId="LiveId" clId="{A857CAF8-071F-4339-8676-5038DFC4FC1C}" dt="2025-11-16T14:32:50.396" v="1891" actId="1076"/>
        <pc:sldMkLst>
          <pc:docMk/>
          <pc:sldMk cId="0" sldId="263"/>
        </pc:sldMkLst>
        <pc:spChg chg="mod">
          <ac:chgData name="Mohamed Alanani" userId="c79e9c9d1c5c5a61" providerId="LiveId" clId="{A857CAF8-071F-4339-8676-5038DFC4FC1C}" dt="2025-11-16T14:32:50.396" v="1891" actId="1076"/>
          <ac:spMkLst>
            <pc:docMk/>
            <pc:sldMk cId="0" sldId="263"/>
            <ac:spMk id="6" creationId="{00000000-0000-0000-0000-000000000000}"/>
          </ac:spMkLst>
        </pc:spChg>
        <pc:grpChg chg="del">
          <ac:chgData name="Mohamed Alanani" userId="c79e9c9d1c5c5a61" providerId="LiveId" clId="{A857CAF8-071F-4339-8676-5038DFC4FC1C}" dt="2025-11-15T21:04:13.399" v="628" actId="478"/>
          <ac:grpSpMkLst>
            <pc:docMk/>
            <pc:sldMk cId="0" sldId="263"/>
            <ac:grpSpMk id="2" creationId="{00000000-0000-0000-0000-000000000000}"/>
          </ac:grpSpMkLst>
        </pc:grpChg>
        <pc:grpChg chg="del mod">
          <ac:chgData name="Mohamed Alanani" userId="c79e9c9d1c5c5a61" providerId="LiveId" clId="{A857CAF8-071F-4339-8676-5038DFC4FC1C}" dt="2025-11-15T21:04:11.637" v="627" actId="478"/>
          <ac:grpSpMkLst>
            <pc:docMk/>
            <pc:sldMk cId="0" sldId="263"/>
            <ac:grpSpMk id="7" creationId="{00000000-0000-0000-0000-000000000000}"/>
          </ac:grpSpMkLst>
        </pc:grpChg>
        <pc:graphicFrameChg chg="add mod">
          <ac:chgData name="Mohamed Alanani" userId="c79e9c9d1c5c5a61" providerId="LiveId" clId="{A857CAF8-071F-4339-8676-5038DFC4FC1C}" dt="2025-11-15T21:03:55.378" v="622" actId="1076"/>
          <ac:graphicFrameMkLst>
            <pc:docMk/>
            <pc:sldMk cId="0" sldId="263"/>
            <ac:graphicFrameMk id="13" creationId="{649E401F-A388-2477-FEAF-495F4781D924}"/>
          </ac:graphicFrameMkLst>
        </pc:graphicFrameChg>
        <pc:graphicFrameChg chg="add del mod">
          <ac:chgData name="Mohamed Alanani" userId="c79e9c9d1c5c5a61" providerId="LiveId" clId="{A857CAF8-071F-4339-8676-5038DFC4FC1C}" dt="2025-11-15T21:04:06.592" v="625" actId="478"/>
          <ac:graphicFrameMkLst>
            <pc:docMk/>
            <pc:sldMk cId="0" sldId="263"/>
            <ac:graphicFrameMk id="14" creationId="{F303F5D5-F40F-B291-A461-9A068877AD02}"/>
          </ac:graphicFrameMkLst>
        </pc:graphicFrameChg>
        <pc:graphicFrameChg chg="add del mod modGraphic">
          <ac:chgData name="Mohamed Alanani" userId="c79e9c9d1c5c5a61" providerId="LiveId" clId="{A857CAF8-071F-4339-8676-5038DFC4FC1C}" dt="2025-11-15T21:05:25.926" v="638" actId="478"/>
          <ac:graphicFrameMkLst>
            <pc:docMk/>
            <pc:sldMk cId="0" sldId="263"/>
            <ac:graphicFrameMk id="15" creationId="{55D0B2CA-BB8C-EC7C-58AC-B201D55651BD}"/>
          </ac:graphicFrameMkLst>
        </pc:graphicFrameChg>
        <pc:graphicFrameChg chg="add del mod modGraphic">
          <ac:chgData name="Mohamed Alanani" userId="c79e9c9d1c5c5a61" providerId="LiveId" clId="{A857CAF8-071F-4339-8676-5038DFC4FC1C}" dt="2025-11-15T21:06:37.680" v="650" actId="478"/>
          <ac:graphicFrameMkLst>
            <pc:docMk/>
            <pc:sldMk cId="0" sldId="263"/>
            <ac:graphicFrameMk id="16" creationId="{8B72A139-E482-4646-9654-8BB0426106DB}"/>
          </ac:graphicFrameMkLst>
        </pc:graphicFrameChg>
        <pc:graphicFrameChg chg="add del mod modGraphic">
          <ac:chgData name="Mohamed Alanani" userId="c79e9c9d1c5c5a61" providerId="LiveId" clId="{A857CAF8-071F-4339-8676-5038DFC4FC1C}" dt="2025-11-15T21:06:34.335" v="649" actId="478"/>
          <ac:graphicFrameMkLst>
            <pc:docMk/>
            <pc:sldMk cId="0" sldId="263"/>
            <ac:graphicFrameMk id="17" creationId="{724BFF6E-DF21-7AB4-081C-5030D8B6712D}"/>
          </ac:graphicFrameMkLst>
        </pc:graphicFrameChg>
        <pc:graphicFrameChg chg="add del mod modGraphic">
          <ac:chgData name="Mohamed Alanani" userId="c79e9c9d1c5c5a61" providerId="LiveId" clId="{A857CAF8-071F-4339-8676-5038DFC4FC1C}" dt="2025-11-15T21:08:05.200" v="659" actId="478"/>
          <ac:graphicFrameMkLst>
            <pc:docMk/>
            <pc:sldMk cId="0" sldId="263"/>
            <ac:graphicFrameMk id="18" creationId="{4E32C732-6844-3E4A-02BA-32369FFA9EFE}"/>
          </ac:graphicFrameMkLst>
        </pc:graphicFrameChg>
        <pc:graphicFrameChg chg="add del mod modGraphic">
          <ac:chgData name="Mohamed Alanani" userId="c79e9c9d1c5c5a61" providerId="LiveId" clId="{A857CAF8-071F-4339-8676-5038DFC4FC1C}" dt="2025-11-15T21:09:19.574" v="670" actId="478"/>
          <ac:graphicFrameMkLst>
            <pc:docMk/>
            <pc:sldMk cId="0" sldId="263"/>
            <ac:graphicFrameMk id="19" creationId="{687F9C8D-0E21-19CE-A050-FA9B627ACF18}"/>
          </ac:graphicFrameMkLst>
        </pc:graphicFrameChg>
        <pc:graphicFrameChg chg="add del mod">
          <ac:chgData name="Mohamed Alanani" userId="c79e9c9d1c5c5a61" providerId="LiveId" clId="{A857CAF8-071F-4339-8676-5038DFC4FC1C}" dt="2025-11-15T21:09:15.202" v="669" actId="478"/>
          <ac:graphicFrameMkLst>
            <pc:docMk/>
            <pc:sldMk cId="0" sldId="263"/>
            <ac:graphicFrameMk id="20" creationId="{9E3EF56C-11F9-79D2-BB10-7DF37C724CC3}"/>
          </ac:graphicFrameMkLst>
        </pc:graphicFrameChg>
        <pc:graphicFrameChg chg="add mod modGraphic">
          <ac:chgData name="Mohamed Alanani" userId="c79e9c9d1c5c5a61" providerId="LiveId" clId="{A857CAF8-071F-4339-8676-5038DFC4FC1C}" dt="2025-11-15T22:05:09.585" v="793" actId="14734"/>
          <ac:graphicFrameMkLst>
            <pc:docMk/>
            <pc:sldMk cId="0" sldId="263"/>
            <ac:graphicFrameMk id="21" creationId="{A816240A-12B2-46ED-C599-20717D822C33}"/>
          </ac:graphicFrameMkLst>
        </pc:graphicFrameChg>
        <pc:graphicFrameChg chg="add mod modGraphic">
          <ac:chgData name="Mohamed Alanani" userId="c79e9c9d1c5c5a61" providerId="LiveId" clId="{A857CAF8-071F-4339-8676-5038DFC4FC1C}" dt="2025-11-16T00:17:49.845" v="1379" actId="14734"/>
          <ac:graphicFrameMkLst>
            <pc:docMk/>
            <pc:sldMk cId="0" sldId="263"/>
            <ac:graphicFrameMk id="22" creationId="{88A4E0E3-4E3A-4C84-F6BB-596BFAA70F9A}"/>
          </ac:graphicFrameMkLst>
        </pc:graphicFrameChg>
        <pc:picChg chg="del">
          <ac:chgData name="Mohamed Alanani" userId="c79e9c9d1c5c5a61" providerId="LiveId" clId="{A857CAF8-071F-4339-8676-5038DFC4FC1C}" dt="2025-11-15T20:25:57.241" v="121" actId="478"/>
          <ac:picMkLst>
            <pc:docMk/>
            <pc:sldMk cId="0" sldId="263"/>
            <ac:picMk id="5" creationId="{00000000-0000-0000-0000-000000000000}"/>
          </ac:picMkLst>
        </pc:picChg>
        <pc:picChg chg="add mod">
          <ac:chgData name="Mohamed Alanani" userId="c79e9c9d1c5c5a61" providerId="LiveId" clId="{A857CAF8-071F-4339-8676-5038DFC4FC1C}" dt="2025-11-15T21:17:07.261" v="777" actId="14100"/>
          <ac:picMkLst>
            <pc:docMk/>
            <pc:sldMk cId="0" sldId="263"/>
            <ac:picMk id="12" creationId="{777C5DCC-ED8A-3F12-A458-EAD2E58E4381}"/>
          </ac:picMkLst>
        </pc:picChg>
      </pc:sldChg>
      <pc:sldChg chg="addSp delSp modSp mod">
        <pc:chgData name="Mohamed Alanani" userId="c79e9c9d1c5c5a61" providerId="LiveId" clId="{A857CAF8-071F-4339-8676-5038DFC4FC1C}" dt="2025-11-16T14:33:43.604" v="1901" actId="1076"/>
        <pc:sldMkLst>
          <pc:docMk/>
          <pc:sldMk cId="0" sldId="264"/>
        </pc:sldMkLst>
        <pc:spChg chg="del">
          <ac:chgData name="Mohamed Alanani" userId="c79e9c9d1c5c5a61" providerId="LiveId" clId="{A857CAF8-071F-4339-8676-5038DFC4FC1C}" dt="2025-11-15T22:07:12.800" v="799" actId="478"/>
          <ac:spMkLst>
            <pc:docMk/>
            <pc:sldMk cId="0" sldId="264"/>
            <ac:spMk id="3" creationId="{00000000-0000-0000-0000-000000000000}"/>
          </ac:spMkLst>
        </pc:spChg>
        <pc:spChg chg="del">
          <ac:chgData name="Mohamed Alanani" userId="c79e9c9d1c5c5a61" providerId="LiveId" clId="{A857CAF8-071F-4339-8676-5038DFC4FC1C}" dt="2025-11-15T22:06:33.228" v="797" actId="478"/>
          <ac:spMkLst>
            <pc:docMk/>
            <pc:sldMk cId="0" sldId="264"/>
            <ac:spMk id="4" creationId="{00000000-0000-0000-0000-000000000000}"/>
          </ac:spMkLst>
        </pc:spChg>
        <pc:spChg chg="add mod">
          <ac:chgData name="Mohamed Alanani" userId="c79e9c9d1c5c5a61" providerId="LiveId" clId="{A857CAF8-071F-4339-8676-5038DFC4FC1C}" dt="2025-11-16T14:33:43.604" v="1901" actId="1076"/>
          <ac:spMkLst>
            <pc:docMk/>
            <pc:sldMk cId="0" sldId="264"/>
            <ac:spMk id="8" creationId="{4DE6A54A-DDBB-CEF9-F200-599933629218}"/>
          </ac:spMkLst>
        </pc:spChg>
        <pc:spChg chg="add del mod">
          <ac:chgData name="Mohamed Alanani" userId="c79e9c9d1c5c5a61" providerId="LiveId" clId="{A857CAF8-071F-4339-8676-5038DFC4FC1C}" dt="2025-11-15T22:07:44.140" v="806" actId="478"/>
          <ac:spMkLst>
            <pc:docMk/>
            <pc:sldMk cId="0" sldId="264"/>
            <ac:spMk id="10" creationId="{1E3AE922-0407-D06C-3F74-7D8ECD9BAE51}"/>
          </ac:spMkLst>
        </pc:spChg>
        <pc:spChg chg="add mod">
          <ac:chgData name="Mohamed Alanani" userId="c79e9c9d1c5c5a61" providerId="LiveId" clId="{A857CAF8-071F-4339-8676-5038DFC4FC1C}" dt="2025-11-15T22:09:52.279" v="832" actId="1076"/>
          <ac:spMkLst>
            <pc:docMk/>
            <pc:sldMk cId="0" sldId="264"/>
            <ac:spMk id="11" creationId="{2CB77957-D2ED-1095-2275-68D356549F20}"/>
          </ac:spMkLst>
        </pc:spChg>
        <pc:spChg chg="add mod">
          <ac:chgData name="Mohamed Alanani" userId="c79e9c9d1c5c5a61" providerId="LiveId" clId="{A857CAF8-071F-4339-8676-5038DFC4FC1C}" dt="2025-11-15T22:33:38.074" v="988"/>
          <ac:spMkLst>
            <pc:docMk/>
            <pc:sldMk cId="0" sldId="264"/>
            <ac:spMk id="12" creationId="{A45E8331-55A9-F39D-3663-3F13A8C7E46A}"/>
          </ac:spMkLst>
        </pc:spChg>
        <pc:spChg chg="add mod">
          <ac:chgData name="Mohamed Alanani" userId="c79e9c9d1c5c5a61" providerId="LiveId" clId="{A857CAF8-071F-4339-8676-5038DFC4FC1C}" dt="2025-11-15T22:31:59.393" v="962" actId="1076"/>
          <ac:spMkLst>
            <pc:docMk/>
            <pc:sldMk cId="0" sldId="264"/>
            <ac:spMk id="13" creationId="{4823F307-7BA4-8112-6C28-8E684D0A6B0F}"/>
          </ac:spMkLst>
        </pc:spChg>
        <pc:spChg chg="add mod">
          <ac:chgData name="Mohamed Alanani" userId="c79e9c9d1c5c5a61" providerId="LiveId" clId="{A857CAF8-071F-4339-8676-5038DFC4FC1C}" dt="2025-11-15T22:32:06.643" v="963" actId="1076"/>
          <ac:spMkLst>
            <pc:docMk/>
            <pc:sldMk cId="0" sldId="264"/>
            <ac:spMk id="14" creationId="{59F681D6-D036-7B42-8B5B-0374E9D636F1}"/>
          </ac:spMkLst>
        </pc:spChg>
        <pc:spChg chg="add del mod">
          <ac:chgData name="Mohamed Alanani" userId="c79e9c9d1c5c5a61" providerId="LiveId" clId="{A857CAF8-071F-4339-8676-5038DFC4FC1C}" dt="2025-11-15T22:22:55.903" v="896" actId="478"/>
          <ac:spMkLst>
            <pc:docMk/>
            <pc:sldMk cId="0" sldId="264"/>
            <ac:spMk id="15" creationId="{B694B7FC-FCEA-FD8B-C077-6EFB4E0A7E32}"/>
          </ac:spMkLst>
        </pc:spChg>
        <pc:spChg chg="add del mod">
          <ac:chgData name="Mohamed Alanani" userId="c79e9c9d1c5c5a61" providerId="LiveId" clId="{A857CAF8-071F-4339-8676-5038DFC4FC1C}" dt="2025-11-15T22:22:50.556" v="894" actId="478"/>
          <ac:spMkLst>
            <pc:docMk/>
            <pc:sldMk cId="0" sldId="264"/>
            <ac:spMk id="16" creationId="{228571E5-B69E-60B3-E900-83089F8086E4}"/>
          </ac:spMkLst>
        </pc:spChg>
        <pc:picChg chg="del">
          <ac:chgData name="Mohamed Alanani" userId="c79e9c9d1c5c5a61" providerId="LiveId" clId="{A857CAF8-071F-4339-8676-5038DFC4FC1C}" dt="2025-11-15T20:26:03.055" v="123" actId="478"/>
          <ac:picMkLst>
            <pc:docMk/>
            <pc:sldMk cId="0" sldId="264"/>
            <ac:picMk id="2" creationId="{00000000-0000-0000-0000-000000000000}"/>
          </ac:picMkLst>
        </pc:picChg>
        <pc:picChg chg="add mod">
          <ac:chgData name="Mohamed Alanani" userId="c79e9c9d1c5c5a61" providerId="LiveId" clId="{A857CAF8-071F-4339-8676-5038DFC4FC1C}" dt="2025-11-15T20:26:03.907" v="124"/>
          <ac:picMkLst>
            <pc:docMk/>
            <pc:sldMk cId="0" sldId="264"/>
            <ac:picMk id="7" creationId="{0032A1B1-7D7D-BEE3-C3FD-89D71EA9E492}"/>
          </ac:picMkLst>
        </pc:picChg>
        <pc:picChg chg="add del mod">
          <ac:chgData name="Mohamed Alanani" userId="c79e9c9d1c5c5a61" providerId="LiveId" clId="{A857CAF8-071F-4339-8676-5038DFC4FC1C}" dt="2025-11-15T22:26:58.044" v="958" actId="478"/>
          <ac:picMkLst>
            <pc:docMk/>
            <pc:sldMk cId="0" sldId="264"/>
            <ac:picMk id="18" creationId="{B2E20EEB-62D9-A5BB-7DE9-802AF6E6F424}"/>
          </ac:picMkLst>
        </pc:picChg>
      </pc:sldChg>
      <pc:sldChg chg="addSp delSp modSp del mod">
        <pc:chgData name="Mohamed Alanani" userId="c79e9c9d1c5c5a61" providerId="LiveId" clId="{A857CAF8-071F-4339-8676-5038DFC4FC1C}" dt="2025-11-16T13:40:03.785" v="1418" actId="47"/>
        <pc:sldMkLst>
          <pc:docMk/>
          <pc:sldMk cId="0" sldId="265"/>
        </pc:sldMkLst>
        <pc:picChg chg="del">
          <ac:chgData name="Mohamed Alanani" userId="c79e9c9d1c5c5a61" providerId="LiveId" clId="{A857CAF8-071F-4339-8676-5038DFC4FC1C}" dt="2025-11-15T20:26:10.960" v="125" actId="478"/>
          <ac:picMkLst>
            <pc:docMk/>
            <pc:sldMk cId="0" sldId="265"/>
            <ac:picMk id="2" creationId="{00000000-0000-0000-0000-000000000000}"/>
          </ac:picMkLst>
        </pc:picChg>
        <pc:picChg chg="add mod">
          <ac:chgData name="Mohamed Alanani" userId="c79e9c9d1c5c5a61" providerId="LiveId" clId="{A857CAF8-071F-4339-8676-5038DFC4FC1C}" dt="2025-11-15T20:26:11.755" v="126"/>
          <ac:picMkLst>
            <pc:docMk/>
            <pc:sldMk cId="0" sldId="265"/>
            <ac:picMk id="7" creationId="{D418751C-A36E-9121-455C-BBC0AE6FE672}"/>
          </ac:picMkLst>
        </pc:picChg>
      </pc:sldChg>
      <pc:sldChg chg="addSp delSp modSp mod">
        <pc:chgData name="Mohamed Alanani" userId="c79e9c9d1c5c5a61" providerId="LiveId" clId="{A857CAF8-071F-4339-8676-5038DFC4FC1C}" dt="2025-11-16T14:32:01.560" v="1883" actId="207"/>
        <pc:sldMkLst>
          <pc:docMk/>
          <pc:sldMk cId="0" sldId="266"/>
        </pc:sldMkLst>
        <pc:spChg chg="mod">
          <ac:chgData name="Mohamed Alanani" userId="c79e9c9d1c5c5a61" providerId="LiveId" clId="{A857CAF8-071F-4339-8676-5038DFC4FC1C}" dt="2025-11-16T14:32:01.560" v="1883" actId="207"/>
          <ac:spMkLst>
            <pc:docMk/>
            <pc:sldMk cId="0" sldId="266"/>
            <ac:spMk id="3" creationId="{00000000-0000-0000-0000-000000000000}"/>
          </ac:spMkLst>
        </pc:spChg>
        <pc:picChg chg="del">
          <ac:chgData name="Mohamed Alanani" userId="c79e9c9d1c5c5a61" providerId="LiveId" clId="{A857CAF8-071F-4339-8676-5038DFC4FC1C}" dt="2025-11-15T20:26:15.323" v="127" actId="478"/>
          <ac:picMkLst>
            <pc:docMk/>
            <pc:sldMk cId="0" sldId="266"/>
            <ac:picMk id="2" creationId="{00000000-0000-0000-0000-000000000000}"/>
          </ac:picMkLst>
        </pc:picChg>
        <pc:picChg chg="add mod">
          <ac:chgData name="Mohamed Alanani" userId="c79e9c9d1c5c5a61" providerId="LiveId" clId="{A857CAF8-071F-4339-8676-5038DFC4FC1C}" dt="2025-11-15T20:26:16.002" v="128"/>
          <ac:picMkLst>
            <pc:docMk/>
            <pc:sldMk cId="0" sldId="266"/>
            <ac:picMk id="6" creationId="{BC09F9AF-5EAB-9885-2BB7-93DEDE48526F}"/>
          </ac:picMkLst>
        </pc:picChg>
      </pc:sldChg>
      <pc:sldChg chg="addSp delSp modSp mod">
        <pc:chgData name="Mohamed Alanani" userId="c79e9c9d1c5c5a61" providerId="LiveId" clId="{A857CAF8-071F-4339-8676-5038DFC4FC1C}" dt="2025-11-16T13:44:53.391" v="1465" actId="1076"/>
        <pc:sldMkLst>
          <pc:docMk/>
          <pc:sldMk cId="0" sldId="267"/>
        </pc:sldMkLst>
        <pc:spChg chg="del">
          <ac:chgData name="Mohamed Alanani" userId="c79e9c9d1c5c5a61" providerId="LiveId" clId="{A857CAF8-071F-4339-8676-5038DFC4FC1C}" dt="2025-11-16T13:41:58.878" v="1436" actId="478"/>
          <ac:spMkLst>
            <pc:docMk/>
            <pc:sldMk cId="0" sldId="267"/>
            <ac:spMk id="3" creationId="{00000000-0000-0000-0000-000000000000}"/>
          </ac:spMkLst>
        </pc:spChg>
        <pc:spChg chg="del">
          <ac:chgData name="Mohamed Alanani" userId="c79e9c9d1c5c5a61" providerId="LiveId" clId="{A857CAF8-071F-4339-8676-5038DFC4FC1C}" dt="2025-11-16T13:41:01.944" v="1422" actId="478"/>
          <ac:spMkLst>
            <pc:docMk/>
            <pc:sldMk cId="0" sldId="267"/>
            <ac:spMk id="4" creationId="{00000000-0000-0000-0000-000000000000}"/>
          </ac:spMkLst>
        </pc:spChg>
        <pc:spChg chg="add del">
          <ac:chgData name="Mohamed Alanani" userId="c79e9c9d1c5c5a61" providerId="LiveId" clId="{A857CAF8-071F-4339-8676-5038DFC4FC1C}" dt="2025-11-16T13:41:10.188" v="1424" actId="22"/>
          <ac:spMkLst>
            <pc:docMk/>
            <pc:sldMk cId="0" sldId="267"/>
            <ac:spMk id="9" creationId="{E76A9F1E-45A0-E326-F903-16ADC044F3B3}"/>
          </ac:spMkLst>
        </pc:spChg>
        <pc:spChg chg="add mod">
          <ac:chgData name="Mohamed Alanani" userId="c79e9c9d1c5c5a61" providerId="LiveId" clId="{A857CAF8-071F-4339-8676-5038DFC4FC1C}" dt="2025-11-16T13:44:50.033" v="1464" actId="1076"/>
          <ac:spMkLst>
            <pc:docMk/>
            <pc:sldMk cId="0" sldId="267"/>
            <ac:spMk id="10" creationId="{7A160880-4667-7C36-13C7-6508E1850A26}"/>
          </ac:spMkLst>
        </pc:spChg>
        <pc:spChg chg="add del mod">
          <ac:chgData name="Mohamed Alanani" userId="c79e9c9d1c5c5a61" providerId="LiveId" clId="{A857CAF8-071F-4339-8676-5038DFC4FC1C}" dt="2025-11-16T13:42:02.481" v="1437" actId="478"/>
          <ac:spMkLst>
            <pc:docMk/>
            <pc:sldMk cId="0" sldId="267"/>
            <ac:spMk id="12" creationId="{814CDCC1-0204-DB04-F862-DE970FB90918}"/>
          </ac:spMkLst>
        </pc:spChg>
        <pc:spChg chg="add mod">
          <ac:chgData name="Mohamed Alanani" userId="c79e9c9d1c5c5a61" providerId="LiveId" clId="{A857CAF8-071F-4339-8676-5038DFC4FC1C}" dt="2025-11-16T13:44:53.391" v="1465" actId="1076"/>
          <ac:spMkLst>
            <pc:docMk/>
            <pc:sldMk cId="0" sldId="267"/>
            <ac:spMk id="13" creationId="{D617F2DE-ACF8-9234-3E92-A6D55811D1FB}"/>
          </ac:spMkLst>
        </pc:spChg>
        <pc:spChg chg="add mod">
          <ac:chgData name="Mohamed Alanani" userId="c79e9c9d1c5c5a61" providerId="LiveId" clId="{A857CAF8-071F-4339-8676-5038DFC4FC1C}" dt="2025-11-16T13:44:11.834" v="1462" actId="1076"/>
          <ac:spMkLst>
            <pc:docMk/>
            <pc:sldMk cId="0" sldId="267"/>
            <ac:spMk id="15" creationId="{1C5D215E-50B8-7B54-20C5-E293F58B858F}"/>
          </ac:spMkLst>
        </pc:spChg>
        <pc:spChg chg="add mod">
          <ac:chgData name="Mohamed Alanani" userId="c79e9c9d1c5c5a61" providerId="LiveId" clId="{A857CAF8-071F-4339-8676-5038DFC4FC1C}" dt="2025-11-16T13:44:08.424" v="1461" actId="1076"/>
          <ac:spMkLst>
            <pc:docMk/>
            <pc:sldMk cId="0" sldId="267"/>
            <ac:spMk id="16" creationId="{0E8976D3-4CDD-7D57-62E8-55A81F1CAD2A}"/>
          </ac:spMkLst>
        </pc:spChg>
        <pc:picChg chg="del">
          <ac:chgData name="Mohamed Alanani" userId="c79e9c9d1c5c5a61" providerId="LiveId" clId="{A857CAF8-071F-4339-8676-5038DFC4FC1C}" dt="2025-11-15T20:26:19.488" v="129" actId="478"/>
          <ac:picMkLst>
            <pc:docMk/>
            <pc:sldMk cId="0" sldId="267"/>
            <ac:picMk id="2" creationId="{00000000-0000-0000-0000-000000000000}"/>
          </ac:picMkLst>
        </pc:picChg>
        <pc:picChg chg="add mod">
          <ac:chgData name="Mohamed Alanani" userId="c79e9c9d1c5c5a61" providerId="LiveId" clId="{A857CAF8-071F-4339-8676-5038DFC4FC1C}" dt="2025-11-15T20:26:20.136" v="130"/>
          <ac:picMkLst>
            <pc:docMk/>
            <pc:sldMk cId="0" sldId="267"/>
            <ac:picMk id="7" creationId="{0342559A-CD22-7545-D4F4-575154540B97}"/>
          </ac:picMkLst>
        </pc:picChg>
        <pc:picChg chg="add mod">
          <ac:chgData name="Mohamed Alanani" userId="c79e9c9d1c5c5a61" providerId="LiveId" clId="{A857CAF8-071F-4339-8676-5038DFC4FC1C}" dt="2025-11-16T13:43:12.715" v="1449" actId="1076"/>
          <ac:picMkLst>
            <pc:docMk/>
            <pc:sldMk cId="0" sldId="267"/>
            <ac:picMk id="14" creationId="{9D8F18CF-4226-0E82-293F-6AE1A42C583C}"/>
          </ac:picMkLst>
        </pc:picChg>
      </pc:sldChg>
      <pc:sldChg chg="addSp delSp modSp mod">
        <pc:chgData name="Mohamed Alanani" userId="c79e9c9d1c5c5a61" providerId="LiveId" clId="{A857CAF8-071F-4339-8676-5038DFC4FC1C}" dt="2025-11-16T14:23:13.135" v="1814" actId="1076"/>
        <pc:sldMkLst>
          <pc:docMk/>
          <pc:sldMk cId="0" sldId="268"/>
        </pc:sldMkLst>
        <pc:spChg chg="del">
          <ac:chgData name="Mohamed Alanani" userId="c79e9c9d1c5c5a61" providerId="LiveId" clId="{A857CAF8-071F-4339-8676-5038DFC4FC1C}" dt="2025-11-16T13:45:15.390" v="1467" actId="478"/>
          <ac:spMkLst>
            <pc:docMk/>
            <pc:sldMk cId="0" sldId="268"/>
            <ac:spMk id="3" creationId="{00000000-0000-0000-0000-000000000000}"/>
          </ac:spMkLst>
        </pc:spChg>
        <pc:spChg chg="add del mod">
          <ac:chgData name="Mohamed Alanani" userId="c79e9c9d1c5c5a61" providerId="LiveId" clId="{A857CAF8-071F-4339-8676-5038DFC4FC1C}" dt="2025-11-16T13:45:21.620" v="1468" actId="478"/>
          <ac:spMkLst>
            <pc:docMk/>
            <pc:sldMk cId="0" sldId="268"/>
            <ac:spMk id="9" creationId="{6ED6AC9F-8B9C-5D23-00AA-1D2D2C7BB962}"/>
          </ac:spMkLst>
        </pc:spChg>
        <pc:spChg chg="add mod">
          <ac:chgData name="Mohamed Alanani" userId="c79e9c9d1c5c5a61" providerId="LiveId" clId="{A857CAF8-071F-4339-8676-5038DFC4FC1C}" dt="2025-11-16T13:46:26.324" v="1479" actId="1076"/>
          <ac:spMkLst>
            <pc:docMk/>
            <pc:sldMk cId="0" sldId="268"/>
            <ac:spMk id="10" creationId="{40A7C96C-FFD3-5222-D5BC-B44ECF51F912}"/>
          </ac:spMkLst>
        </pc:spChg>
        <pc:spChg chg="add mod">
          <ac:chgData name="Mohamed Alanani" userId="c79e9c9d1c5c5a61" providerId="LiveId" clId="{A857CAF8-071F-4339-8676-5038DFC4FC1C}" dt="2025-11-16T13:58:26.979" v="1580" actId="1076"/>
          <ac:spMkLst>
            <pc:docMk/>
            <pc:sldMk cId="0" sldId="268"/>
            <ac:spMk id="11" creationId="{8E01DA58-62A6-E75A-B904-8A21969D03AA}"/>
          </ac:spMkLst>
        </pc:spChg>
        <pc:spChg chg="add mod">
          <ac:chgData name="Mohamed Alanani" userId="c79e9c9d1c5c5a61" providerId="LiveId" clId="{A857CAF8-071F-4339-8676-5038DFC4FC1C}" dt="2025-11-16T13:58:22.907" v="1579" actId="1076"/>
          <ac:spMkLst>
            <pc:docMk/>
            <pc:sldMk cId="0" sldId="268"/>
            <ac:spMk id="12" creationId="{83A5B002-4833-F6B2-288A-0382C75CB6ED}"/>
          </ac:spMkLst>
        </pc:spChg>
        <pc:spChg chg="add mod">
          <ac:chgData name="Mohamed Alanani" userId="c79e9c9d1c5c5a61" providerId="LiveId" clId="{A857CAF8-071F-4339-8676-5038DFC4FC1C}" dt="2025-11-16T13:58:33.032" v="1581" actId="1076"/>
          <ac:spMkLst>
            <pc:docMk/>
            <pc:sldMk cId="0" sldId="268"/>
            <ac:spMk id="13" creationId="{FC471DE9-4BC4-4319-A9C0-AB826F332F00}"/>
          </ac:spMkLst>
        </pc:spChg>
        <pc:spChg chg="add mod">
          <ac:chgData name="Mohamed Alanani" userId="c79e9c9d1c5c5a61" providerId="LiveId" clId="{A857CAF8-071F-4339-8676-5038DFC4FC1C}" dt="2025-11-16T13:58:35.468" v="1582" actId="1076"/>
          <ac:spMkLst>
            <pc:docMk/>
            <pc:sldMk cId="0" sldId="268"/>
            <ac:spMk id="14" creationId="{D47B16FF-8E57-8C32-B12E-74D808C19D79}"/>
          </ac:spMkLst>
        </pc:spChg>
        <pc:spChg chg="add mod">
          <ac:chgData name="Mohamed Alanani" userId="c79e9c9d1c5c5a61" providerId="LiveId" clId="{A857CAF8-071F-4339-8676-5038DFC4FC1C}" dt="2025-11-16T13:58:37.854" v="1583" actId="1076"/>
          <ac:spMkLst>
            <pc:docMk/>
            <pc:sldMk cId="0" sldId="268"/>
            <ac:spMk id="15" creationId="{A6A40264-A6FD-00D4-651C-BA1017A8A40B}"/>
          </ac:spMkLst>
        </pc:spChg>
        <pc:spChg chg="add mod">
          <ac:chgData name="Mohamed Alanani" userId="c79e9c9d1c5c5a61" providerId="LiveId" clId="{A857CAF8-071F-4339-8676-5038DFC4FC1C}" dt="2025-11-16T13:58:50.303" v="1587" actId="20577"/>
          <ac:spMkLst>
            <pc:docMk/>
            <pc:sldMk cId="0" sldId="268"/>
            <ac:spMk id="16" creationId="{3F8CBEAF-223C-9DC3-FF45-5C0C41CD712C}"/>
          </ac:spMkLst>
        </pc:spChg>
        <pc:spChg chg="add del mod">
          <ac:chgData name="Mohamed Alanani" userId="c79e9c9d1c5c5a61" providerId="LiveId" clId="{A857CAF8-071F-4339-8676-5038DFC4FC1C}" dt="2025-11-16T13:55:26.433" v="1549" actId="478"/>
          <ac:spMkLst>
            <pc:docMk/>
            <pc:sldMk cId="0" sldId="268"/>
            <ac:spMk id="17" creationId="{10E4534A-388B-5762-EB0D-76C52B4A0014}"/>
          </ac:spMkLst>
        </pc:spChg>
        <pc:spChg chg="add mod">
          <ac:chgData name="Mohamed Alanani" userId="c79e9c9d1c5c5a61" providerId="LiveId" clId="{A857CAF8-071F-4339-8676-5038DFC4FC1C}" dt="2025-11-16T13:58:40.790" v="1584" actId="1076"/>
          <ac:spMkLst>
            <pc:docMk/>
            <pc:sldMk cId="0" sldId="268"/>
            <ac:spMk id="18" creationId="{A9D29C57-D499-198F-7DE5-3DB394260749}"/>
          </ac:spMkLst>
        </pc:spChg>
        <pc:spChg chg="add mod">
          <ac:chgData name="Mohamed Alanani" userId="c79e9c9d1c5c5a61" providerId="LiveId" clId="{A857CAF8-071F-4339-8676-5038DFC4FC1C}" dt="2025-11-16T13:58:04.139" v="1575" actId="1076"/>
          <ac:spMkLst>
            <pc:docMk/>
            <pc:sldMk cId="0" sldId="268"/>
            <ac:spMk id="21" creationId="{36147B7C-52AE-129D-46AE-51456DA88DD7}"/>
          </ac:spMkLst>
        </pc:spChg>
        <pc:spChg chg="add mod">
          <ac:chgData name="Mohamed Alanani" userId="c79e9c9d1c5c5a61" providerId="LiveId" clId="{A857CAF8-071F-4339-8676-5038DFC4FC1C}" dt="2025-11-16T13:58:01.925" v="1574" actId="1076"/>
          <ac:spMkLst>
            <pc:docMk/>
            <pc:sldMk cId="0" sldId="268"/>
            <ac:spMk id="22" creationId="{5B6D79A2-70F4-75E5-084E-4EA689C86BE1}"/>
          </ac:spMkLst>
        </pc:spChg>
        <pc:spChg chg="add del mod">
          <ac:chgData name="Mohamed Alanani" userId="c79e9c9d1c5c5a61" providerId="LiveId" clId="{A857CAF8-071F-4339-8676-5038DFC4FC1C}" dt="2025-11-16T14:00:45.462" v="1590" actId="478"/>
          <ac:spMkLst>
            <pc:docMk/>
            <pc:sldMk cId="0" sldId="268"/>
            <ac:spMk id="27" creationId="{439516B9-9330-A0BA-3D17-3AC3DEB3402A}"/>
          </ac:spMkLst>
        </pc:spChg>
        <pc:picChg chg="del">
          <ac:chgData name="Mohamed Alanani" userId="c79e9c9d1c5c5a61" providerId="LiveId" clId="{A857CAF8-071F-4339-8676-5038DFC4FC1C}" dt="2025-11-15T20:26:24.903" v="131" actId="478"/>
          <ac:picMkLst>
            <pc:docMk/>
            <pc:sldMk cId="0" sldId="268"/>
            <ac:picMk id="2" creationId="{00000000-0000-0000-0000-000000000000}"/>
          </ac:picMkLst>
        </pc:picChg>
        <pc:picChg chg="del">
          <ac:chgData name="Mohamed Alanani" userId="c79e9c9d1c5c5a61" providerId="LiveId" clId="{A857CAF8-071F-4339-8676-5038DFC4FC1C}" dt="2025-11-16T13:45:11.798" v="1466" actId="478"/>
          <ac:picMkLst>
            <pc:docMk/>
            <pc:sldMk cId="0" sldId="268"/>
            <ac:picMk id="4" creationId="{00000000-0000-0000-0000-000000000000}"/>
          </ac:picMkLst>
        </pc:picChg>
        <pc:picChg chg="add mod">
          <ac:chgData name="Mohamed Alanani" userId="c79e9c9d1c5c5a61" providerId="LiveId" clId="{A857CAF8-071F-4339-8676-5038DFC4FC1C}" dt="2025-11-15T20:26:25.595" v="132"/>
          <ac:picMkLst>
            <pc:docMk/>
            <pc:sldMk cId="0" sldId="268"/>
            <ac:picMk id="7" creationId="{09941340-61D9-3C35-17D8-E3CE7096EFB4}"/>
          </ac:picMkLst>
        </pc:picChg>
        <pc:picChg chg="add del mod">
          <ac:chgData name="Mohamed Alanani" userId="c79e9c9d1c5c5a61" providerId="LiveId" clId="{A857CAF8-071F-4339-8676-5038DFC4FC1C}" dt="2025-11-16T13:55:11.329" v="1546" actId="478"/>
          <ac:picMkLst>
            <pc:docMk/>
            <pc:sldMk cId="0" sldId="268"/>
            <ac:picMk id="19" creationId="{E7BDEF2C-3B4A-1538-51E0-C59E2ADCF2BD}"/>
          </ac:picMkLst>
        </pc:picChg>
        <pc:picChg chg="add del mod">
          <ac:chgData name="Mohamed Alanani" userId="c79e9c9d1c5c5a61" providerId="LiveId" clId="{A857CAF8-071F-4339-8676-5038DFC4FC1C}" dt="2025-11-16T13:47:59.833" v="1493" actId="478"/>
          <ac:picMkLst>
            <pc:docMk/>
            <pc:sldMk cId="0" sldId="268"/>
            <ac:picMk id="20" creationId="{6F0D77A2-7106-ABF8-5DA9-EEFC8EB44C99}"/>
          </ac:picMkLst>
        </pc:picChg>
        <pc:picChg chg="add mod">
          <ac:chgData name="Mohamed Alanani" userId="c79e9c9d1c5c5a61" providerId="LiveId" clId="{A857CAF8-071F-4339-8676-5038DFC4FC1C}" dt="2025-11-16T13:58:46.292" v="1585" actId="1076"/>
          <ac:picMkLst>
            <pc:docMk/>
            <pc:sldMk cId="0" sldId="268"/>
            <ac:picMk id="24" creationId="{B4F618CC-D4A1-22FB-3D85-81CD9F59F3B4}"/>
          </ac:picMkLst>
        </pc:picChg>
        <pc:picChg chg="add mod">
          <ac:chgData name="Mohamed Alanani" userId="c79e9c9d1c5c5a61" providerId="LiveId" clId="{A857CAF8-071F-4339-8676-5038DFC4FC1C}" dt="2025-11-16T14:23:13.135" v="1814" actId="1076"/>
          <ac:picMkLst>
            <pc:docMk/>
            <pc:sldMk cId="0" sldId="268"/>
            <ac:picMk id="26" creationId="{DB827013-CDC8-6E0A-8224-838FB227FD2F}"/>
          </ac:picMkLst>
        </pc:picChg>
      </pc:sldChg>
      <pc:sldChg chg="addSp delSp modSp mod">
        <pc:chgData name="Mohamed Alanani" userId="c79e9c9d1c5c5a61" providerId="LiveId" clId="{A857CAF8-071F-4339-8676-5038DFC4FC1C}" dt="2025-11-16T14:26:39.304" v="1835" actId="1076"/>
        <pc:sldMkLst>
          <pc:docMk/>
          <pc:sldMk cId="0" sldId="269"/>
        </pc:sldMkLst>
        <pc:spChg chg="del">
          <ac:chgData name="Mohamed Alanani" userId="c79e9c9d1c5c5a61" providerId="LiveId" clId="{A857CAF8-071F-4339-8676-5038DFC4FC1C}" dt="2025-11-16T14:23:39.458" v="1818" actId="478"/>
          <ac:spMkLst>
            <pc:docMk/>
            <pc:sldMk cId="0" sldId="269"/>
            <ac:spMk id="2" creationId="{00000000-0000-0000-0000-000000000000}"/>
          </ac:spMkLst>
        </pc:spChg>
        <pc:spChg chg="add mod">
          <ac:chgData name="Mohamed Alanani" userId="c79e9c9d1c5c5a61" providerId="LiveId" clId="{A857CAF8-071F-4339-8676-5038DFC4FC1C}" dt="2025-11-16T14:24:10.888" v="1826" actId="1076"/>
          <ac:spMkLst>
            <pc:docMk/>
            <pc:sldMk cId="0" sldId="269"/>
            <ac:spMk id="6" creationId="{5A813894-8AA7-EB4D-9E24-37808A3C0E8D}"/>
          </ac:spMkLst>
        </pc:spChg>
        <pc:spChg chg="add del mod">
          <ac:chgData name="Mohamed Alanani" userId="c79e9c9d1c5c5a61" providerId="LiveId" clId="{A857CAF8-071F-4339-8676-5038DFC4FC1C}" dt="2025-11-16T14:23:43.371" v="1819" actId="478"/>
          <ac:spMkLst>
            <pc:docMk/>
            <pc:sldMk cId="0" sldId="269"/>
            <ac:spMk id="8" creationId="{663D35A4-438F-DDC2-4E7B-3F9ACB7ECB9B}"/>
          </ac:spMkLst>
        </pc:spChg>
        <pc:picChg chg="add mod">
          <ac:chgData name="Mohamed Alanani" userId="c79e9c9d1c5c5a61" providerId="LiveId" clId="{A857CAF8-071F-4339-8676-5038DFC4FC1C}" dt="2025-11-15T20:26:29.894" v="133"/>
          <ac:picMkLst>
            <pc:docMk/>
            <pc:sldMk cId="0" sldId="269"/>
            <ac:picMk id="5" creationId="{A645A18C-CCB6-2DA0-AB95-3840E1591991}"/>
          </ac:picMkLst>
        </pc:picChg>
        <pc:picChg chg="add del mod">
          <ac:chgData name="Mohamed Alanani" userId="c79e9c9d1c5c5a61" providerId="LiveId" clId="{A857CAF8-071F-4339-8676-5038DFC4FC1C}" dt="2025-11-16T14:25:28.047" v="1833" actId="478"/>
          <ac:picMkLst>
            <pc:docMk/>
            <pc:sldMk cId="0" sldId="269"/>
            <ac:picMk id="10" creationId="{3C10B98F-3123-FE18-E988-66D5F7778B5E}"/>
          </ac:picMkLst>
        </pc:picChg>
        <pc:picChg chg="add mod">
          <ac:chgData name="Mohamed Alanani" userId="c79e9c9d1c5c5a61" providerId="LiveId" clId="{A857CAF8-071F-4339-8676-5038DFC4FC1C}" dt="2025-11-16T14:26:39.304" v="1835" actId="1076"/>
          <ac:picMkLst>
            <pc:docMk/>
            <pc:sldMk cId="0" sldId="269"/>
            <ac:picMk id="12" creationId="{5067FDED-8523-9CAA-9808-6BD981A5111E}"/>
          </ac:picMkLst>
        </pc:picChg>
      </pc:sldChg>
      <pc:sldChg chg="addSp modSp">
        <pc:chgData name="Mohamed Alanani" userId="c79e9c9d1c5c5a61" providerId="LiveId" clId="{A857CAF8-071F-4339-8676-5038DFC4FC1C}" dt="2025-11-15T20:26:33.407" v="134"/>
        <pc:sldMkLst>
          <pc:docMk/>
          <pc:sldMk cId="0" sldId="270"/>
        </pc:sldMkLst>
        <pc:picChg chg="add mod">
          <ac:chgData name="Mohamed Alanani" userId="c79e9c9d1c5c5a61" providerId="LiveId" clId="{A857CAF8-071F-4339-8676-5038DFC4FC1C}" dt="2025-11-15T20:26:33.407" v="134"/>
          <ac:picMkLst>
            <pc:docMk/>
            <pc:sldMk cId="0" sldId="270"/>
            <ac:picMk id="7" creationId="{096EE92B-7CFC-25B6-9472-79516C18279C}"/>
          </ac:picMkLst>
        </pc:picChg>
      </pc:sldChg>
      <pc:sldChg chg="addSp modSp">
        <pc:chgData name="Mohamed Alanani" userId="c79e9c9d1c5c5a61" providerId="LiveId" clId="{A857CAF8-071F-4339-8676-5038DFC4FC1C}" dt="2025-11-15T20:26:41.744" v="135"/>
        <pc:sldMkLst>
          <pc:docMk/>
          <pc:sldMk cId="0" sldId="274"/>
        </pc:sldMkLst>
        <pc:picChg chg="add mod">
          <ac:chgData name="Mohamed Alanani" userId="c79e9c9d1c5c5a61" providerId="LiveId" clId="{A857CAF8-071F-4339-8676-5038DFC4FC1C}" dt="2025-11-15T20:26:41.744" v="135"/>
          <ac:picMkLst>
            <pc:docMk/>
            <pc:sldMk cId="0" sldId="274"/>
            <ac:picMk id="6" creationId="{6A7A51DB-A959-579E-A03B-AACD3286FFDE}"/>
          </ac:picMkLst>
        </pc:picChg>
      </pc:sldChg>
      <pc:sldChg chg="addSp modSp">
        <pc:chgData name="Mohamed Alanani" userId="c79e9c9d1c5c5a61" providerId="LiveId" clId="{A857CAF8-071F-4339-8676-5038DFC4FC1C}" dt="2025-11-15T20:27:02.981" v="138"/>
        <pc:sldMkLst>
          <pc:docMk/>
          <pc:sldMk cId="0" sldId="275"/>
        </pc:sldMkLst>
        <pc:picChg chg="add mod">
          <ac:chgData name="Mohamed Alanani" userId="c79e9c9d1c5c5a61" providerId="LiveId" clId="{A857CAF8-071F-4339-8676-5038DFC4FC1C}" dt="2025-11-15T20:27:02.981" v="138"/>
          <ac:picMkLst>
            <pc:docMk/>
            <pc:sldMk cId="0" sldId="275"/>
            <ac:picMk id="7" creationId="{D4A05C44-BBCB-BACE-0ADA-85B64A49E429}"/>
          </ac:picMkLst>
        </pc:picChg>
      </pc:sldChg>
      <pc:sldChg chg="addSp modSp ord">
        <pc:chgData name="Mohamed Alanani" userId="c79e9c9d1c5c5a61" providerId="LiveId" clId="{A857CAF8-071F-4339-8676-5038DFC4FC1C}" dt="2025-11-16T14:34:35.354" v="1903"/>
        <pc:sldMkLst>
          <pc:docMk/>
          <pc:sldMk cId="0" sldId="276"/>
        </pc:sldMkLst>
        <pc:picChg chg="add mod">
          <ac:chgData name="Mohamed Alanani" userId="c79e9c9d1c5c5a61" providerId="LiveId" clId="{A857CAF8-071F-4339-8676-5038DFC4FC1C}" dt="2025-11-15T20:27:06.248" v="139"/>
          <ac:picMkLst>
            <pc:docMk/>
            <pc:sldMk cId="0" sldId="276"/>
            <ac:picMk id="18" creationId="{0F3FE242-3871-9C45-713A-79C326110EB1}"/>
          </ac:picMkLst>
        </pc:picChg>
      </pc:sldChg>
      <pc:sldChg chg="addSp modSp">
        <pc:chgData name="Mohamed Alanani" userId="c79e9c9d1c5c5a61" providerId="LiveId" clId="{A857CAF8-071F-4339-8676-5038DFC4FC1C}" dt="2025-11-15T20:27:11.386" v="140"/>
        <pc:sldMkLst>
          <pc:docMk/>
          <pc:sldMk cId="0" sldId="277"/>
        </pc:sldMkLst>
        <pc:picChg chg="add mod">
          <ac:chgData name="Mohamed Alanani" userId="c79e9c9d1c5c5a61" providerId="LiveId" clId="{A857CAF8-071F-4339-8676-5038DFC4FC1C}" dt="2025-11-15T20:27:11.386" v="140"/>
          <ac:picMkLst>
            <pc:docMk/>
            <pc:sldMk cId="0" sldId="277"/>
            <ac:picMk id="15" creationId="{6ACA5046-38D0-B581-EBB6-943D47305028}"/>
          </ac:picMkLst>
        </pc:picChg>
      </pc:sldChg>
      <pc:sldChg chg="addSp modSp">
        <pc:chgData name="Mohamed Alanani" userId="c79e9c9d1c5c5a61" providerId="LiveId" clId="{A857CAF8-071F-4339-8676-5038DFC4FC1C}" dt="2025-11-15T20:27:18.069" v="141"/>
        <pc:sldMkLst>
          <pc:docMk/>
          <pc:sldMk cId="0" sldId="278"/>
        </pc:sldMkLst>
        <pc:picChg chg="add mod">
          <ac:chgData name="Mohamed Alanani" userId="c79e9c9d1c5c5a61" providerId="LiveId" clId="{A857CAF8-071F-4339-8676-5038DFC4FC1C}" dt="2025-11-15T20:27:18.069" v="141"/>
          <ac:picMkLst>
            <pc:docMk/>
            <pc:sldMk cId="0" sldId="278"/>
            <ac:picMk id="14" creationId="{63A42E23-F04C-6B07-7AD1-9712DB2BC632}"/>
          </ac:picMkLst>
        </pc:picChg>
      </pc:sldChg>
      <pc:sldChg chg="addSp modSp">
        <pc:chgData name="Mohamed Alanani" userId="c79e9c9d1c5c5a61" providerId="LiveId" clId="{A857CAF8-071F-4339-8676-5038DFC4FC1C}" dt="2025-11-15T20:27:24.662" v="142"/>
        <pc:sldMkLst>
          <pc:docMk/>
          <pc:sldMk cId="0" sldId="279"/>
        </pc:sldMkLst>
        <pc:picChg chg="add mod">
          <ac:chgData name="Mohamed Alanani" userId="c79e9c9d1c5c5a61" providerId="LiveId" clId="{A857CAF8-071F-4339-8676-5038DFC4FC1C}" dt="2025-11-15T20:27:24.662" v="142"/>
          <ac:picMkLst>
            <pc:docMk/>
            <pc:sldMk cId="0" sldId="279"/>
            <ac:picMk id="6" creationId="{C8C2780D-80F3-21A0-3845-E768C09CE00F}"/>
          </ac:picMkLst>
        </pc:picChg>
      </pc:sldChg>
      <pc:sldChg chg="addSp modSp">
        <pc:chgData name="Mohamed Alanani" userId="c79e9c9d1c5c5a61" providerId="LiveId" clId="{A857CAF8-071F-4339-8676-5038DFC4FC1C}" dt="2025-11-15T20:27:30.143" v="143"/>
        <pc:sldMkLst>
          <pc:docMk/>
          <pc:sldMk cId="0" sldId="280"/>
        </pc:sldMkLst>
        <pc:picChg chg="add mod">
          <ac:chgData name="Mohamed Alanani" userId="c79e9c9d1c5c5a61" providerId="LiveId" clId="{A857CAF8-071F-4339-8676-5038DFC4FC1C}" dt="2025-11-15T20:27:30.143" v="143"/>
          <ac:picMkLst>
            <pc:docMk/>
            <pc:sldMk cId="0" sldId="280"/>
            <ac:picMk id="7" creationId="{A083BEB8-78BD-A595-E509-6EB9F270972B}"/>
          </ac:picMkLst>
        </pc:picChg>
      </pc:sldChg>
      <pc:sldChg chg="addSp modSp">
        <pc:chgData name="Mohamed Alanani" userId="c79e9c9d1c5c5a61" providerId="LiveId" clId="{A857CAF8-071F-4339-8676-5038DFC4FC1C}" dt="2025-11-15T20:27:33.928" v="144"/>
        <pc:sldMkLst>
          <pc:docMk/>
          <pc:sldMk cId="0" sldId="281"/>
        </pc:sldMkLst>
        <pc:picChg chg="add mod">
          <ac:chgData name="Mohamed Alanani" userId="c79e9c9d1c5c5a61" providerId="LiveId" clId="{A857CAF8-071F-4339-8676-5038DFC4FC1C}" dt="2025-11-15T20:27:33.928" v="144"/>
          <ac:picMkLst>
            <pc:docMk/>
            <pc:sldMk cId="0" sldId="281"/>
            <ac:picMk id="6" creationId="{E7AFAE24-D09C-0C64-A218-A610945E58B5}"/>
          </ac:picMkLst>
        </pc:picChg>
      </pc:sldChg>
      <pc:sldChg chg="addSp delSp modSp add mod ord">
        <pc:chgData name="Mohamed Alanani" userId="c79e9c9d1c5c5a61" providerId="LiveId" clId="{A857CAF8-071F-4339-8676-5038DFC4FC1C}" dt="2025-11-15T23:11:53.365" v="1362" actId="1076"/>
        <pc:sldMkLst>
          <pc:docMk/>
          <pc:sldMk cId="372063287" sldId="282"/>
        </pc:sldMkLst>
        <pc:spChg chg="mod">
          <ac:chgData name="Mohamed Alanani" userId="c79e9c9d1c5c5a61" providerId="LiveId" clId="{A857CAF8-071F-4339-8676-5038DFC4FC1C}" dt="2025-11-15T23:11:53.365" v="1362" actId="1076"/>
          <ac:spMkLst>
            <pc:docMk/>
            <pc:sldMk cId="372063287" sldId="282"/>
            <ac:spMk id="3" creationId="{1A2307E8-786F-ED29-E096-D0E822DEEE23}"/>
          </ac:spMkLst>
        </pc:spChg>
        <pc:spChg chg="del">
          <ac:chgData name="Mohamed Alanani" userId="c79e9c9d1c5c5a61" providerId="LiveId" clId="{A857CAF8-071F-4339-8676-5038DFC4FC1C}" dt="2025-11-15T22:14:18.895" v="881" actId="478"/>
          <ac:spMkLst>
            <pc:docMk/>
            <pc:sldMk cId="372063287" sldId="282"/>
            <ac:spMk id="4" creationId="{6D6BB094-1BE4-3178-D8A0-1D7CF63F631B}"/>
          </ac:spMkLst>
        </pc:spChg>
        <pc:picChg chg="add mod">
          <ac:chgData name="Mohamed Alanani" userId="c79e9c9d1c5c5a61" providerId="LiveId" clId="{A857CAF8-071F-4339-8676-5038DFC4FC1C}" dt="2025-11-15T22:14:54.963" v="885" actId="1076"/>
          <ac:picMkLst>
            <pc:docMk/>
            <pc:sldMk cId="372063287" sldId="282"/>
            <ac:picMk id="8" creationId="{4F823678-5B9F-A6C1-1E9A-03B111FD3AA1}"/>
          </ac:picMkLst>
        </pc:picChg>
        <pc:picChg chg="add mod">
          <ac:chgData name="Mohamed Alanani" userId="c79e9c9d1c5c5a61" providerId="LiveId" clId="{A857CAF8-071F-4339-8676-5038DFC4FC1C}" dt="2025-11-15T22:17:01.930" v="893" actId="14100"/>
          <ac:picMkLst>
            <pc:docMk/>
            <pc:sldMk cId="372063287" sldId="282"/>
            <ac:picMk id="10" creationId="{A9315821-0E51-A8A5-81AD-F34C601BEEEB}"/>
          </ac:picMkLst>
        </pc:picChg>
        <pc:picChg chg="add mod">
          <ac:chgData name="Mohamed Alanani" userId="c79e9c9d1c5c5a61" providerId="LiveId" clId="{A857CAF8-071F-4339-8676-5038DFC4FC1C}" dt="2025-11-15T22:16:54.018" v="891" actId="14100"/>
          <ac:picMkLst>
            <pc:docMk/>
            <pc:sldMk cId="372063287" sldId="282"/>
            <ac:picMk id="12" creationId="{B0CC0827-AAAC-BE6D-6504-B3204A6E68D6}"/>
          </ac:picMkLst>
        </pc:picChg>
        <pc:picChg chg="add mod">
          <ac:chgData name="Mohamed Alanani" userId="c79e9c9d1c5c5a61" providerId="LiveId" clId="{A857CAF8-071F-4339-8676-5038DFC4FC1C}" dt="2025-11-15T22:25:59.095" v="957" actId="1076"/>
          <ac:picMkLst>
            <pc:docMk/>
            <pc:sldMk cId="372063287" sldId="282"/>
            <ac:picMk id="13" creationId="{7E8DC10E-4F49-F348-FA15-610899F03CD6}"/>
          </ac:picMkLst>
        </pc:picChg>
      </pc:sldChg>
      <pc:sldChg chg="add del">
        <pc:chgData name="Mohamed Alanani" userId="c79e9c9d1c5c5a61" providerId="LiveId" clId="{A857CAF8-071F-4339-8676-5038DFC4FC1C}" dt="2025-11-15T20:38:57.758" v="457" actId="47"/>
        <pc:sldMkLst>
          <pc:docMk/>
          <pc:sldMk cId="1841486552" sldId="282"/>
        </pc:sldMkLst>
      </pc:sldChg>
      <pc:sldChg chg="add del">
        <pc:chgData name="Mohamed Alanani" userId="c79e9c9d1c5c5a61" providerId="LiveId" clId="{A857CAF8-071F-4339-8676-5038DFC4FC1C}" dt="2025-11-15T20:48:43.979" v="548" actId="47"/>
        <pc:sldMkLst>
          <pc:docMk/>
          <pc:sldMk cId="1958308583" sldId="282"/>
        </pc:sldMkLst>
      </pc:sldChg>
      <pc:sldChg chg="add del">
        <pc:chgData name="Mohamed Alanani" userId="c79e9c9d1c5c5a61" providerId="LiveId" clId="{A857CAF8-071F-4339-8676-5038DFC4FC1C}" dt="2025-11-15T21:18:41.737" v="785" actId="47"/>
        <pc:sldMkLst>
          <pc:docMk/>
          <pc:sldMk cId="2396876192" sldId="282"/>
        </pc:sldMkLst>
      </pc:sldChg>
      <pc:sldChg chg="add del">
        <pc:chgData name="Mohamed Alanani" userId="c79e9c9d1c5c5a61" providerId="LiveId" clId="{A857CAF8-071F-4339-8676-5038DFC4FC1C}" dt="2025-11-15T20:26:55.994" v="137"/>
        <pc:sldMkLst>
          <pc:docMk/>
          <pc:sldMk cId="3957016523" sldId="282"/>
        </pc:sldMkLst>
      </pc:sldChg>
      <pc:sldChg chg="addSp delSp modSp add mod">
        <pc:chgData name="Mohamed Alanani" userId="c79e9c9d1c5c5a61" providerId="LiveId" clId="{A857CAF8-071F-4339-8676-5038DFC4FC1C}" dt="2025-11-16T13:38:07.492" v="1414" actId="404"/>
        <pc:sldMkLst>
          <pc:docMk/>
          <pc:sldMk cId="3184298295" sldId="283"/>
        </pc:sldMkLst>
        <pc:spChg chg="add mod">
          <ac:chgData name="Mohamed Alanani" userId="c79e9c9d1c5c5a61" providerId="LiveId" clId="{A857CAF8-071F-4339-8676-5038DFC4FC1C}" dt="2025-11-16T13:37:46.052" v="1413" actId="2711"/>
          <ac:spMkLst>
            <pc:docMk/>
            <pc:sldMk cId="3184298295" sldId="283"/>
            <ac:spMk id="2" creationId="{6F480872-1B50-FEA2-D5FF-E41BB72EBB22}"/>
          </ac:spMkLst>
        </pc:spChg>
        <pc:spChg chg="mod">
          <ac:chgData name="Mohamed Alanani" userId="c79e9c9d1c5c5a61" providerId="LiveId" clId="{A857CAF8-071F-4339-8676-5038DFC4FC1C}" dt="2025-11-15T22:43:09.227" v="1083" actId="1076"/>
          <ac:spMkLst>
            <pc:docMk/>
            <pc:sldMk cId="3184298295" sldId="283"/>
            <ac:spMk id="3" creationId="{A12EAA9D-1544-4D62-7418-BA40F6173C10}"/>
          </ac:spMkLst>
        </pc:spChg>
        <pc:spChg chg="del">
          <ac:chgData name="Mohamed Alanani" userId="c79e9c9d1c5c5a61" providerId="LiveId" clId="{A857CAF8-071F-4339-8676-5038DFC4FC1C}" dt="2025-11-15T22:34:30.587" v="1004" actId="478"/>
          <ac:spMkLst>
            <pc:docMk/>
            <pc:sldMk cId="3184298295" sldId="283"/>
            <ac:spMk id="4" creationId="{34CBB933-42D2-C808-2CEE-2C885B75FB25}"/>
          </ac:spMkLst>
        </pc:spChg>
        <pc:spChg chg="add mod">
          <ac:chgData name="Mohamed Alanani" userId="c79e9c9d1c5c5a61" providerId="LiveId" clId="{A857CAF8-071F-4339-8676-5038DFC4FC1C}" dt="2025-11-15T23:12:48.947" v="1364" actId="2711"/>
          <ac:spMkLst>
            <pc:docMk/>
            <pc:sldMk cId="3184298295" sldId="283"/>
            <ac:spMk id="8" creationId="{B949D23E-663F-637C-99BE-9305F4CCADED}"/>
          </ac:spMkLst>
        </pc:spChg>
        <pc:spChg chg="add mod">
          <ac:chgData name="Mohamed Alanani" userId="c79e9c9d1c5c5a61" providerId="LiveId" clId="{A857CAF8-071F-4339-8676-5038DFC4FC1C}" dt="2025-11-15T22:39:17.573" v="1053" actId="1076"/>
          <ac:spMkLst>
            <pc:docMk/>
            <pc:sldMk cId="3184298295" sldId="283"/>
            <ac:spMk id="9" creationId="{D9BCB8A6-5B1A-963F-6C6E-4C0A4CC1DED4}"/>
          </ac:spMkLst>
        </pc:spChg>
        <pc:spChg chg="add mod">
          <ac:chgData name="Mohamed Alanani" userId="c79e9c9d1c5c5a61" providerId="LiveId" clId="{A857CAF8-071F-4339-8676-5038DFC4FC1C}" dt="2025-11-16T13:38:07.492" v="1414" actId="404"/>
          <ac:spMkLst>
            <pc:docMk/>
            <pc:sldMk cId="3184298295" sldId="283"/>
            <ac:spMk id="11" creationId="{087D90F1-AFBF-C012-5052-B3840F8C40EB}"/>
          </ac:spMkLst>
        </pc:spChg>
        <pc:spChg chg="add mod">
          <ac:chgData name="Mohamed Alanani" userId="c79e9c9d1c5c5a61" providerId="LiveId" clId="{A857CAF8-071F-4339-8676-5038DFC4FC1C}" dt="2025-11-15T22:38:48.120" v="1049" actId="404"/>
          <ac:spMkLst>
            <pc:docMk/>
            <pc:sldMk cId="3184298295" sldId="283"/>
            <ac:spMk id="12" creationId="{2D4D30FF-E89E-32FD-4C37-4222B4428EFE}"/>
          </ac:spMkLst>
        </pc:spChg>
        <pc:spChg chg="add mod">
          <ac:chgData name="Mohamed Alanani" userId="c79e9c9d1c5c5a61" providerId="LiveId" clId="{A857CAF8-071F-4339-8676-5038DFC4FC1C}" dt="2025-11-15T22:43:02.026" v="1081" actId="1076"/>
          <ac:spMkLst>
            <pc:docMk/>
            <pc:sldMk cId="3184298295" sldId="283"/>
            <ac:spMk id="14" creationId="{C0263FB2-0A6F-15C8-BD14-377DBB848E99}"/>
          </ac:spMkLst>
        </pc:spChg>
        <pc:picChg chg="del">
          <ac:chgData name="Mohamed Alanani" userId="c79e9c9d1c5c5a61" providerId="LiveId" clId="{A857CAF8-071F-4339-8676-5038DFC4FC1C}" dt="2025-11-15T22:38:24.658" v="1046" actId="478"/>
          <ac:picMkLst>
            <pc:docMk/>
            <pc:sldMk cId="3184298295" sldId="283"/>
            <ac:picMk id="7" creationId="{2E9E16AB-9FB4-5AEC-29D6-C6621121A417}"/>
          </ac:picMkLst>
        </pc:picChg>
        <pc:picChg chg="add mod">
          <ac:chgData name="Mohamed Alanani" userId="c79e9c9d1c5c5a61" providerId="LiveId" clId="{A857CAF8-071F-4339-8676-5038DFC4FC1C}" dt="2025-11-15T22:39:26.730" v="1055" actId="14100"/>
          <ac:picMkLst>
            <pc:docMk/>
            <pc:sldMk cId="3184298295" sldId="283"/>
            <ac:picMk id="10" creationId="{ECCE9DDD-BE54-B5FA-63E0-52CBEC7F0891}"/>
          </ac:picMkLst>
        </pc:picChg>
        <pc:picChg chg="add mod">
          <ac:chgData name="Mohamed Alanani" userId="c79e9c9d1c5c5a61" providerId="LiveId" clId="{A857CAF8-071F-4339-8676-5038DFC4FC1C}" dt="2025-11-15T22:38:52.297" v="1050" actId="14100"/>
          <ac:picMkLst>
            <pc:docMk/>
            <pc:sldMk cId="3184298295" sldId="283"/>
            <ac:picMk id="13" creationId="{0F76DE04-D8A8-AF4C-6DD0-E7954344ED1C}"/>
          </ac:picMkLst>
        </pc:picChg>
      </pc:sldChg>
      <pc:sldChg chg="add del">
        <pc:chgData name="Mohamed Alanani" userId="c79e9c9d1c5c5a61" providerId="LiveId" clId="{A857CAF8-071F-4339-8676-5038DFC4FC1C}" dt="2025-11-15T20:34:39.084" v="426"/>
        <pc:sldMkLst>
          <pc:docMk/>
          <pc:sldMk cId="3935821698" sldId="283"/>
        </pc:sldMkLst>
      </pc:sldChg>
      <pc:sldChg chg="addSp delSp modSp add mod">
        <pc:chgData name="Mohamed Alanani" userId="c79e9c9d1c5c5a61" providerId="LiveId" clId="{A857CAF8-071F-4339-8676-5038DFC4FC1C}" dt="2025-11-16T13:38:44.313" v="1417" actId="1076"/>
        <pc:sldMkLst>
          <pc:docMk/>
          <pc:sldMk cId="3787405060" sldId="284"/>
        </pc:sldMkLst>
        <pc:spChg chg="add mod">
          <ac:chgData name="Mohamed Alanani" userId="c79e9c9d1c5c5a61" providerId="LiveId" clId="{A857CAF8-071F-4339-8676-5038DFC4FC1C}" dt="2025-11-15T23:00:05.809" v="1273" actId="2711"/>
          <ac:spMkLst>
            <pc:docMk/>
            <pc:sldMk cId="3787405060" sldId="284"/>
            <ac:spMk id="2" creationId="{E60BE7BF-188C-1AE7-54E7-9C7D30D83DB0}"/>
          </ac:spMkLst>
        </pc:spChg>
        <pc:spChg chg="mod">
          <ac:chgData name="Mohamed Alanani" userId="c79e9c9d1c5c5a61" providerId="LiveId" clId="{A857CAF8-071F-4339-8676-5038DFC4FC1C}" dt="2025-11-15T23:01:04.155" v="1278" actId="1076"/>
          <ac:spMkLst>
            <pc:docMk/>
            <pc:sldMk cId="3787405060" sldId="284"/>
            <ac:spMk id="3" creationId="{B8E80E94-D607-087B-6928-39501E8EEF4C}"/>
          </ac:spMkLst>
        </pc:spChg>
        <pc:spChg chg="del">
          <ac:chgData name="Mohamed Alanani" userId="c79e9c9d1c5c5a61" providerId="LiveId" clId="{A857CAF8-071F-4339-8676-5038DFC4FC1C}" dt="2025-11-15T22:43:22.681" v="1085" actId="478"/>
          <ac:spMkLst>
            <pc:docMk/>
            <pc:sldMk cId="3787405060" sldId="284"/>
            <ac:spMk id="4" creationId="{1A32F3F5-A9CF-8BEE-9190-650D10E75C7C}"/>
          </ac:spMkLst>
        </pc:spChg>
        <pc:spChg chg="add mod">
          <ac:chgData name="Mohamed Alanani" userId="c79e9c9d1c5c5a61" providerId="LiveId" clId="{A857CAF8-071F-4339-8676-5038DFC4FC1C}" dt="2025-11-15T23:01:11.574" v="1279" actId="404"/>
          <ac:spMkLst>
            <pc:docMk/>
            <pc:sldMk cId="3787405060" sldId="284"/>
            <ac:spMk id="8" creationId="{F77B4822-865F-6A7A-CE37-F86C869534D0}"/>
          </ac:spMkLst>
        </pc:spChg>
        <pc:spChg chg="add mod">
          <ac:chgData name="Mohamed Alanani" userId="c79e9c9d1c5c5a61" providerId="LiveId" clId="{A857CAF8-071F-4339-8676-5038DFC4FC1C}" dt="2025-11-15T23:00:34.579" v="1274" actId="2711"/>
          <ac:spMkLst>
            <pc:docMk/>
            <pc:sldMk cId="3787405060" sldId="284"/>
            <ac:spMk id="9" creationId="{CE768544-F56C-05B8-383C-424C065828D9}"/>
          </ac:spMkLst>
        </pc:spChg>
        <pc:spChg chg="add mod">
          <ac:chgData name="Mohamed Alanani" userId="c79e9c9d1c5c5a61" providerId="LiveId" clId="{A857CAF8-071F-4339-8676-5038DFC4FC1C}" dt="2025-11-16T13:38:44.313" v="1417" actId="1076"/>
          <ac:spMkLst>
            <pc:docMk/>
            <pc:sldMk cId="3787405060" sldId="284"/>
            <ac:spMk id="10" creationId="{E34D8F4D-7DE9-3E41-28FF-79857D12DEAD}"/>
          </ac:spMkLst>
        </pc:spChg>
        <pc:spChg chg="add mod">
          <ac:chgData name="Mohamed Alanani" userId="c79e9c9d1c5c5a61" providerId="LiveId" clId="{A857CAF8-071F-4339-8676-5038DFC4FC1C}" dt="2025-11-15T23:00:58.317" v="1277" actId="1076"/>
          <ac:spMkLst>
            <pc:docMk/>
            <pc:sldMk cId="3787405060" sldId="284"/>
            <ac:spMk id="12" creationId="{93A88D5E-F46F-1805-7D96-87993586BAD8}"/>
          </ac:spMkLst>
        </pc:spChg>
        <pc:spChg chg="add del mod">
          <ac:chgData name="Mohamed Alanani" userId="c79e9c9d1c5c5a61" providerId="LiveId" clId="{A857CAF8-071F-4339-8676-5038DFC4FC1C}" dt="2025-11-15T22:58:24.588" v="1264" actId="478"/>
          <ac:spMkLst>
            <pc:docMk/>
            <pc:sldMk cId="3787405060" sldId="284"/>
            <ac:spMk id="13" creationId="{104E5B45-2885-4CCB-7130-98285F206DD6}"/>
          </ac:spMkLst>
        </pc:spChg>
        <pc:spChg chg="add del mod">
          <ac:chgData name="Mohamed Alanani" userId="c79e9c9d1c5c5a61" providerId="LiveId" clId="{A857CAF8-071F-4339-8676-5038DFC4FC1C}" dt="2025-11-15T22:59:07.604" v="1267" actId="478"/>
          <ac:spMkLst>
            <pc:docMk/>
            <pc:sldMk cId="3787405060" sldId="284"/>
            <ac:spMk id="15" creationId="{5ABE84D3-874B-8E20-6EAA-85D4BAAA3AA5}"/>
          </ac:spMkLst>
        </pc:spChg>
        <pc:spChg chg="add del mod">
          <ac:chgData name="Mohamed Alanani" userId="c79e9c9d1c5c5a61" providerId="LiveId" clId="{A857CAF8-071F-4339-8676-5038DFC4FC1C}" dt="2025-11-15T22:59:05.152" v="1266" actId="478"/>
          <ac:spMkLst>
            <pc:docMk/>
            <pc:sldMk cId="3787405060" sldId="284"/>
            <ac:spMk id="16" creationId="{DA3D7009-EBE9-B15F-705F-47405829C1DA}"/>
          </ac:spMkLst>
        </pc:spChg>
        <pc:spChg chg="add del mod">
          <ac:chgData name="Mohamed Alanani" userId="c79e9c9d1c5c5a61" providerId="LiveId" clId="{A857CAF8-071F-4339-8676-5038DFC4FC1C}" dt="2025-11-15T22:54:24.252" v="1230" actId="478"/>
          <ac:spMkLst>
            <pc:docMk/>
            <pc:sldMk cId="3787405060" sldId="284"/>
            <ac:spMk id="17" creationId="{216F2828-09A3-AF95-37D5-8E9A23B3C7F2}"/>
          </ac:spMkLst>
        </pc:spChg>
        <pc:spChg chg="add del mod">
          <ac:chgData name="Mohamed Alanani" userId="c79e9c9d1c5c5a61" providerId="LiveId" clId="{A857CAF8-071F-4339-8676-5038DFC4FC1C}" dt="2025-11-15T22:58:12.391" v="1261" actId="478"/>
          <ac:spMkLst>
            <pc:docMk/>
            <pc:sldMk cId="3787405060" sldId="284"/>
            <ac:spMk id="18" creationId="{80EA8264-3572-AA76-5472-0B65442184CB}"/>
          </ac:spMkLst>
        </pc:spChg>
        <pc:spChg chg="add del mod">
          <ac:chgData name="Mohamed Alanani" userId="c79e9c9d1c5c5a61" providerId="LiveId" clId="{A857CAF8-071F-4339-8676-5038DFC4FC1C}" dt="2025-11-15T22:58:15.671" v="1262" actId="478"/>
          <ac:spMkLst>
            <pc:docMk/>
            <pc:sldMk cId="3787405060" sldId="284"/>
            <ac:spMk id="19" creationId="{E9E59615-86A5-CF2B-5FE6-BBC1DAB62677}"/>
          </ac:spMkLst>
        </pc:spChg>
        <pc:picChg chg="del">
          <ac:chgData name="Mohamed Alanani" userId="c79e9c9d1c5c5a61" providerId="LiveId" clId="{A857CAF8-071F-4339-8676-5038DFC4FC1C}" dt="2025-11-15T22:48:42.193" v="1143" actId="478"/>
          <ac:picMkLst>
            <pc:docMk/>
            <pc:sldMk cId="3787405060" sldId="284"/>
            <ac:picMk id="7" creationId="{B647B224-2CF5-6720-C5D8-7CF16AB541D6}"/>
          </ac:picMkLst>
        </pc:picChg>
        <pc:picChg chg="add mod">
          <ac:chgData name="Mohamed Alanani" userId="c79e9c9d1c5c5a61" providerId="LiveId" clId="{A857CAF8-071F-4339-8676-5038DFC4FC1C}" dt="2025-11-15T22:52:50.027" v="1211" actId="1076"/>
          <ac:picMkLst>
            <pc:docMk/>
            <pc:sldMk cId="3787405060" sldId="284"/>
            <ac:picMk id="11" creationId="{F867738F-5AEC-EC4D-2DF5-DEA99044A5E3}"/>
          </ac:picMkLst>
        </pc:picChg>
        <pc:picChg chg="add del mod">
          <ac:chgData name="Mohamed Alanani" userId="c79e9c9d1c5c5a61" providerId="LiveId" clId="{A857CAF8-071F-4339-8676-5038DFC4FC1C}" dt="2025-11-15T22:58:05.744" v="1259" actId="478"/>
          <ac:picMkLst>
            <pc:docMk/>
            <pc:sldMk cId="3787405060" sldId="284"/>
            <ac:picMk id="14" creationId="{F6C51966-2D8D-7424-5036-D6F6881D8801}"/>
          </ac:picMkLst>
        </pc:picChg>
        <pc:picChg chg="add mod">
          <ac:chgData name="Mohamed Alanani" userId="c79e9c9d1c5c5a61" providerId="LiveId" clId="{A857CAF8-071F-4339-8676-5038DFC4FC1C}" dt="2025-11-15T22:58:28.449" v="1265" actId="1076"/>
          <ac:picMkLst>
            <pc:docMk/>
            <pc:sldMk cId="3787405060" sldId="284"/>
            <ac:picMk id="21" creationId="{6E69F45C-F17F-B508-EE8A-5988BD97AE98}"/>
          </ac:picMkLst>
        </pc:picChg>
        <pc:picChg chg="add mod">
          <ac:chgData name="Mohamed Alanani" userId="c79e9c9d1c5c5a61" providerId="LiveId" clId="{A857CAF8-071F-4339-8676-5038DFC4FC1C}" dt="2025-11-15T22:59:21.777" v="1271" actId="1076"/>
          <ac:picMkLst>
            <pc:docMk/>
            <pc:sldMk cId="3787405060" sldId="284"/>
            <ac:picMk id="23" creationId="{C0E07FC8-74E6-C3D8-E1EF-E445666CA534}"/>
          </ac:picMkLst>
        </pc:picChg>
      </pc:sldChg>
      <pc:sldChg chg="addSp delSp modSp add mod">
        <pc:chgData name="Mohamed Alanani" userId="c79e9c9d1c5c5a61" providerId="LiveId" clId="{A857CAF8-071F-4339-8676-5038DFC4FC1C}" dt="2025-11-15T23:08:50.439" v="1346" actId="1076"/>
        <pc:sldMkLst>
          <pc:docMk/>
          <pc:sldMk cId="699323443" sldId="285"/>
        </pc:sldMkLst>
        <pc:spChg chg="mod">
          <ac:chgData name="Mohamed Alanani" userId="c79e9c9d1c5c5a61" providerId="LiveId" clId="{A857CAF8-071F-4339-8676-5038DFC4FC1C}" dt="2025-11-15T23:01:47.073" v="1280" actId="1076"/>
          <ac:spMkLst>
            <pc:docMk/>
            <pc:sldMk cId="699323443" sldId="285"/>
            <ac:spMk id="3" creationId="{9F7A4938-6E11-5924-0758-9516003D5274}"/>
          </ac:spMkLst>
        </pc:spChg>
        <pc:spChg chg="del">
          <ac:chgData name="Mohamed Alanani" userId="c79e9c9d1c5c5a61" providerId="LiveId" clId="{A857CAF8-071F-4339-8676-5038DFC4FC1C}" dt="2025-11-15T23:01:50.049" v="1281" actId="478"/>
          <ac:spMkLst>
            <pc:docMk/>
            <pc:sldMk cId="699323443" sldId="285"/>
            <ac:spMk id="4" creationId="{EF7DB93B-2114-DE90-7914-4E048BD6B7BA}"/>
          </ac:spMkLst>
        </pc:spChg>
        <pc:spChg chg="add mod">
          <ac:chgData name="Mohamed Alanani" userId="c79e9c9d1c5c5a61" providerId="LiveId" clId="{A857CAF8-071F-4339-8676-5038DFC4FC1C}" dt="2025-11-15T23:05:58.410" v="1328" actId="207"/>
          <ac:spMkLst>
            <pc:docMk/>
            <pc:sldMk cId="699323443" sldId="285"/>
            <ac:spMk id="8" creationId="{9AC39FD1-8325-1EB8-A42D-4F3C028F6A26}"/>
          </ac:spMkLst>
        </pc:spChg>
        <pc:spChg chg="add mod">
          <ac:chgData name="Mohamed Alanani" userId="c79e9c9d1c5c5a61" providerId="LiveId" clId="{A857CAF8-071F-4339-8676-5038DFC4FC1C}" dt="2025-11-15T23:04:00.401" v="1301" actId="207"/>
          <ac:spMkLst>
            <pc:docMk/>
            <pc:sldMk cId="699323443" sldId="285"/>
            <ac:spMk id="9" creationId="{FA9B93B3-610A-CC2F-EDD7-81DDD98F7C45}"/>
          </ac:spMkLst>
        </pc:spChg>
        <pc:spChg chg="add mod">
          <ac:chgData name="Mohamed Alanani" userId="c79e9c9d1c5c5a61" providerId="LiveId" clId="{A857CAF8-071F-4339-8676-5038DFC4FC1C}" dt="2025-11-15T23:08:06.134" v="1336" actId="1076"/>
          <ac:spMkLst>
            <pc:docMk/>
            <pc:sldMk cId="699323443" sldId="285"/>
            <ac:spMk id="10" creationId="{F0EFFFFF-DEBC-DAC4-59CD-4F7894804339}"/>
          </ac:spMkLst>
        </pc:spChg>
        <pc:spChg chg="add mod">
          <ac:chgData name="Mohamed Alanani" userId="c79e9c9d1c5c5a61" providerId="LiveId" clId="{A857CAF8-071F-4339-8676-5038DFC4FC1C}" dt="2025-11-15T23:08:09.353" v="1337" actId="1076"/>
          <ac:spMkLst>
            <pc:docMk/>
            <pc:sldMk cId="699323443" sldId="285"/>
            <ac:spMk id="11" creationId="{7741F913-8B54-9332-DC33-D9E2C12DB0F9}"/>
          </ac:spMkLst>
        </pc:spChg>
        <pc:spChg chg="add mod">
          <ac:chgData name="Mohamed Alanani" userId="c79e9c9d1c5c5a61" providerId="LiveId" clId="{A857CAF8-071F-4339-8676-5038DFC4FC1C}" dt="2025-11-15T23:08:17.098" v="1338" actId="1076"/>
          <ac:spMkLst>
            <pc:docMk/>
            <pc:sldMk cId="699323443" sldId="285"/>
            <ac:spMk id="12" creationId="{FC5DF89B-1A0C-C27B-98A0-C0949EC2A575}"/>
          </ac:spMkLst>
        </pc:spChg>
        <pc:spChg chg="add mod">
          <ac:chgData name="Mohamed Alanani" userId="c79e9c9d1c5c5a61" providerId="LiveId" clId="{A857CAF8-071F-4339-8676-5038DFC4FC1C}" dt="2025-11-15T23:08:21.411" v="1339" actId="1076"/>
          <ac:spMkLst>
            <pc:docMk/>
            <pc:sldMk cId="699323443" sldId="285"/>
            <ac:spMk id="13" creationId="{9332FE60-AFA6-F538-9593-71EC484720A4}"/>
          </ac:spMkLst>
        </pc:spChg>
        <pc:spChg chg="add mod">
          <ac:chgData name="Mohamed Alanani" userId="c79e9c9d1c5c5a61" providerId="LiveId" clId="{A857CAF8-071F-4339-8676-5038DFC4FC1C}" dt="2025-11-15T23:08:26.595" v="1340" actId="1076"/>
          <ac:spMkLst>
            <pc:docMk/>
            <pc:sldMk cId="699323443" sldId="285"/>
            <ac:spMk id="14" creationId="{AAEE5876-6109-925E-3538-6760FC3866CB}"/>
          </ac:spMkLst>
        </pc:spChg>
        <pc:spChg chg="add mod">
          <ac:chgData name="Mohamed Alanani" userId="c79e9c9d1c5c5a61" providerId="LiveId" clId="{A857CAF8-071F-4339-8676-5038DFC4FC1C}" dt="2025-11-15T23:08:31.433" v="1341" actId="1076"/>
          <ac:spMkLst>
            <pc:docMk/>
            <pc:sldMk cId="699323443" sldId="285"/>
            <ac:spMk id="15" creationId="{7AD05EC5-78C1-ACC0-51D4-26CFAF7104BD}"/>
          </ac:spMkLst>
        </pc:spChg>
        <pc:spChg chg="add mod">
          <ac:chgData name="Mohamed Alanani" userId="c79e9c9d1c5c5a61" providerId="LiveId" clId="{A857CAF8-071F-4339-8676-5038DFC4FC1C}" dt="2025-11-15T23:08:35.766" v="1342" actId="1076"/>
          <ac:spMkLst>
            <pc:docMk/>
            <pc:sldMk cId="699323443" sldId="285"/>
            <ac:spMk id="16" creationId="{6D9F570D-C081-2AA0-5CEB-8B52E939AC46}"/>
          </ac:spMkLst>
        </pc:spChg>
        <pc:spChg chg="add mod">
          <ac:chgData name="Mohamed Alanani" userId="c79e9c9d1c5c5a61" providerId="LiveId" clId="{A857CAF8-071F-4339-8676-5038DFC4FC1C}" dt="2025-11-15T23:08:38.839" v="1343" actId="1076"/>
          <ac:spMkLst>
            <pc:docMk/>
            <pc:sldMk cId="699323443" sldId="285"/>
            <ac:spMk id="17" creationId="{2D90B523-73D1-1E35-08D0-9B7D3741A1DE}"/>
          </ac:spMkLst>
        </pc:spChg>
        <pc:spChg chg="add mod">
          <ac:chgData name="Mohamed Alanani" userId="c79e9c9d1c5c5a61" providerId="LiveId" clId="{A857CAF8-071F-4339-8676-5038DFC4FC1C}" dt="2025-11-15T23:08:42.410" v="1344" actId="1076"/>
          <ac:spMkLst>
            <pc:docMk/>
            <pc:sldMk cId="699323443" sldId="285"/>
            <ac:spMk id="18" creationId="{97048550-9B8E-378F-72C0-E959A138035D}"/>
          </ac:spMkLst>
        </pc:spChg>
        <pc:spChg chg="add mod">
          <ac:chgData name="Mohamed Alanani" userId="c79e9c9d1c5c5a61" providerId="LiveId" clId="{A857CAF8-071F-4339-8676-5038DFC4FC1C}" dt="2025-11-15T23:08:45.824" v="1345" actId="1076"/>
          <ac:spMkLst>
            <pc:docMk/>
            <pc:sldMk cId="699323443" sldId="285"/>
            <ac:spMk id="19" creationId="{AD2837A8-11D7-7583-20B0-4C92425566F6}"/>
          </ac:spMkLst>
        </pc:spChg>
        <pc:picChg chg="add del mod">
          <ac:chgData name="Mohamed Alanani" userId="c79e9c9d1c5c5a61" providerId="LiveId" clId="{A857CAF8-071F-4339-8676-5038DFC4FC1C}" dt="2025-11-15T23:06:26.088" v="1333" actId="478"/>
          <ac:picMkLst>
            <pc:docMk/>
            <pc:sldMk cId="699323443" sldId="285"/>
            <ac:picMk id="20" creationId="{A203C2D4-8F73-DDDB-0F4D-C3549151F746}"/>
          </ac:picMkLst>
        </pc:picChg>
        <pc:picChg chg="add mod">
          <ac:chgData name="Mohamed Alanani" userId="c79e9c9d1c5c5a61" providerId="LiveId" clId="{A857CAF8-071F-4339-8676-5038DFC4FC1C}" dt="2025-11-15T23:08:50.439" v="1346" actId="1076"/>
          <ac:picMkLst>
            <pc:docMk/>
            <pc:sldMk cId="699323443" sldId="285"/>
            <ac:picMk id="22" creationId="{2B7E85F6-AD62-E090-9EFE-B153FB736D7D}"/>
          </ac:picMkLst>
        </pc:picChg>
      </pc:sldChg>
      <pc:sldChg chg="addSp delSp modSp add mod ord">
        <pc:chgData name="Mohamed Alanani" userId="c79e9c9d1c5c5a61" providerId="LiveId" clId="{A857CAF8-071F-4339-8676-5038DFC4FC1C}" dt="2025-11-15T23:10:48.509" v="1361" actId="14100"/>
        <pc:sldMkLst>
          <pc:docMk/>
          <pc:sldMk cId="2564765179" sldId="286"/>
        </pc:sldMkLst>
        <pc:spChg chg="mod">
          <ac:chgData name="Mohamed Alanani" userId="c79e9c9d1c5c5a61" providerId="LiveId" clId="{A857CAF8-071F-4339-8676-5038DFC4FC1C}" dt="2025-11-15T23:10:44.673" v="1360" actId="1076"/>
          <ac:spMkLst>
            <pc:docMk/>
            <pc:sldMk cId="2564765179" sldId="286"/>
            <ac:spMk id="3" creationId="{349A3F8A-47B9-8C07-2187-8BFA5CB7B5DE}"/>
          </ac:spMkLst>
        </pc:spChg>
        <pc:picChg chg="add mod">
          <ac:chgData name="Mohamed Alanani" userId="c79e9c9d1c5c5a61" providerId="LiveId" clId="{A857CAF8-071F-4339-8676-5038DFC4FC1C}" dt="2025-11-15T23:10:48.509" v="1361" actId="14100"/>
          <ac:picMkLst>
            <pc:docMk/>
            <pc:sldMk cId="2564765179" sldId="286"/>
            <ac:picMk id="4" creationId="{4AD04C79-BDFF-2581-DFDE-CFA57C7B2CCA}"/>
          </ac:picMkLst>
        </pc:picChg>
        <pc:picChg chg="mod">
          <ac:chgData name="Mohamed Alanani" userId="c79e9c9d1c5c5a61" providerId="LiveId" clId="{A857CAF8-071F-4339-8676-5038DFC4FC1C}" dt="2025-11-15T23:10:35.584" v="1358" actId="14100"/>
          <ac:picMkLst>
            <pc:docMk/>
            <pc:sldMk cId="2564765179" sldId="286"/>
            <ac:picMk id="7" creationId="{A0CDB8F8-A224-6FDB-53A8-542585EDF2EE}"/>
          </ac:picMkLst>
        </pc:picChg>
        <pc:picChg chg="del">
          <ac:chgData name="Mohamed Alanani" userId="c79e9c9d1c5c5a61" providerId="LiveId" clId="{A857CAF8-071F-4339-8676-5038DFC4FC1C}" dt="2025-11-15T23:09:44.480" v="1350" actId="478"/>
          <ac:picMkLst>
            <pc:docMk/>
            <pc:sldMk cId="2564765179" sldId="286"/>
            <ac:picMk id="8" creationId="{0E406A94-4046-72CC-C62D-29EFA3C53809}"/>
          </ac:picMkLst>
        </pc:picChg>
        <pc:picChg chg="del">
          <ac:chgData name="Mohamed Alanani" userId="c79e9c9d1c5c5a61" providerId="LiveId" clId="{A857CAF8-071F-4339-8676-5038DFC4FC1C}" dt="2025-11-15T23:09:46.072" v="1351" actId="478"/>
          <ac:picMkLst>
            <pc:docMk/>
            <pc:sldMk cId="2564765179" sldId="286"/>
            <ac:picMk id="10" creationId="{C9A7BFB6-AC17-1AF7-ACD9-F5EB486E6CDE}"/>
          </ac:picMkLst>
        </pc:picChg>
        <pc:picChg chg="del">
          <ac:chgData name="Mohamed Alanani" userId="c79e9c9d1c5c5a61" providerId="LiveId" clId="{A857CAF8-071F-4339-8676-5038DFC4FC1C}" dt="2025-11-15T23:09:48.209" v="1352" actId="478"/>
          <ac:picMkLst>
            <pc:docMk/>
            <pc:sldMk cId="2564765179" sldId="286"/>
            <ac:picMk id="12" creationId="{DAC27FC8-9301-9FBF-7168-5186EBA00B7E}"/>
          </ac:picMkLst>
        </pc:picChg>
        <pc:picChg chg="del">
          <ac:chgData name="Mohamed Alanani" userId="c79e9c9d1c5c5a61" providerId="LiveId" clId="{A857CAF8-071F-4339-8676-5038DFC4FC1C}" dt="2025-11-15T23:09:50.050" v="1353" actId="478"/>
          <ac:picMkLst>
            <pc:docMk/>
            <pc:sldMk cId="2564765179" sldId="286"/>
            <ac:picMk id="13" creationId="{5F3FBA47-1421-EDBB-37B5-D50AB0BC2936}"/>
          </ac:picMkLst>
        </pc:picChg>
      </pc:sldChg>
      <pc:sldChg chg="addSp delSp modSp add mod">
        <pc:chgData name="Mohamed Alanani" userId="c79e9c9d1c5c5a61" providerId="LiveId" clId="{A857CAF8-071F-4339-8676-5038DFC4FC1C}" dt="2025-11-16T14:29:16.522" v="1869" actId="403"/>
        <pc:sldMkLst>
          <pc:docMk/>
          <pc:sldMk cId="1963977917" sldId="287"/>
        </pc:sldMkLst>
        <pc:spChg chg="add mod">
          <ac:chgData name="Mohamed Alanani" userId="c79e9c9d1c5c5a61" providerId="LiveId" clId="{A857CAF8-071F-4339-8676-5038DFC4FC1C}" dt="2025-11-16T14:29:16.522" v="1869" actId="403"/>
          <ac:spMkLst>
            <pc:docMk/>
            <pc:sldMk cId="1963977917" sldId="287"/>
            <ac:spMk id="15" creationId="{62F979DD-3822-ECEC-C209-8E6CAC1FD4BC}"/>
          </ac:spMkLst>
        </pc:spChg>
        <pc:picChg chg="add mod">
          <ac:chgData name="Mohamed Alanani" userId="c79e9c9d1c5c5a61" providerId="LiveId" clId="{A857CAF8-071F-4339-8676-5038DFC4FC1C}" dt="2025-11-16T13:33:11.547" v="1396" actId="1076"/>
          <ac:picMkLst>
            <pc:docMk/>
            <pc:sldMk cId="1963977917" sldId="287"/>
            <ac:picMk id="4" creationId="{81192694-3352-55AA-9AD0-FDCC6865C674}"/>
          </ac:picMkLst>
        </pc:picChg>
        <pc:picChg chg="del">
          <ac:chgData name="Mohamed Alanani" userId="c79e9c9d1c5c5a61" providerId="LiveId" clId="{A857CAF8-071F-4339-8676-5038DFC4FC1C}" dt="2025-11-16T13:25:14.682" v="1381" actId="478"/>
          <ac:picMkLst>
            <pc:docMk/>
            <pc:sldMk cId="1963977917" sldId="287"/>
            <ac:picMk id="8" creationId="{BB3A3E01-DE5C-E8A7-EDC1-727D8B4322F1}"/>
          </ac:picMkLst>
        </pc:picChg>
        <pc:picChg chg="del">
          <ac:chgData name="Mohamed Alanani" userId="c79e9c9d1c5c5a61" providerId="LiveId" clId="{A857CAF8-071F-4339-8676-5038DFC4FC1C}" dt="2025-11-16T13:27:44.936" v="1382" actId="478"/>
          <ac:picMkLst>
            <pc:docMk/>
            <pc:sldMk cId="1963977917" sldId="287"/>
            <ac:picMk id="10" creationId="{992421CA-C856-C4DD-BCA5-20D12F6570E0}"/>
          </ac:picMkLst>
        </pc:picChg>
        <pc:picChg chg="add mod">
          <ac:chgData name="Mohamed Alanani" userId="c79e9c9d1c5c5a61" providerId="LiveId" clId="{A857CAF8-071F-4339-8676-5038DFC4FC1C}" dt="2025-11-16T13:33:18.711" v="1397" actId="1076"/>
          <ac:picMkLst>
            <pc:docMk/>
            <pc:sldMk cId="1963977917" sldId="287"/>
            <ac:picMk id="11" creationId="{8FF733F9-C690-DF34-01BF-7B1C4BC5D3CA}"/>
          </ac:picMkLst>
        </pc:picChg>
        <pc:picChg chg="del">
          <ac:chgData name="Mohamed Alanani" userId="c79e9c9d1c5c5a61" providerId="LiveId" clId="{A857CAF8-071F-4339-8676-5038DFC4FC1C}" dt="2025-11-16T13:27:48.014" v="1383" actId="478"/>
          <ac:picMkLst>
            <pc:docMk/>
            <pc:sldMk cId="1963977917" sldId="287"/>
            <ac:picMk id="12" creationId="{4593EE0E-1BD2-5619-7461-818DA4513A57}"/>
          </ac:picMkLst>
        </pc:picChg>
        <pc:picChg chg="del">
          <ac:chgData name="Mohamed Alanani" userId="c79e9c9d1c5c5a61" providerId="LiveId" clId="{A857CAF8-071F-4339-8676-5038DFC4FC1C}" dt="2025-11-16T13:27:51.143" v="1384" actId="478"/>
          <ac:picMkLst>
            <pc:docMk/>
            <pc:sldMk cId="1963977917" sldId="287"/>
            <ac:picMk id="13" creationId="{8F896348-F75D-40F8-F3AA-F43F45F754B8}"/>
          </ac:picMkLst>
        </pc:picChg>
      </pc:sldChg>
      <pc:sldChg chg="addSp delSp modSp add mod">
        <pc:chgData name="Mohamed Alanani" userId="c79e9c9d1c5c5a61" providerId="LiveId" clId="{A857CAF8-071F-4339-8676-5038DFC4FC1C}" dt="2025-11-16T14:31:12.541" v="1874" actId="20577"/>
        <pc:sldMkLst>
          <pc:docMk/>
          <pc:sldMk cId="774459875" sldId="288"/>
        </pc:sldMkLst>
        <pc:spChg chg="add mod">
          <ac:chgData name="Mohamed Alanani" userId="c79e9c9d1c5c5a61" providerId="LiveId" clId="{A857CAF8-071F-4339-8676-5038DFC4FC1C}" dt="2025-11-16T14:04:59.584" v="1643" actId="1076"/>
          <ac:spMkLst>
            <pc:docMk/>
            <pc:sldMk cId="774459875" sldId="288"/>
            <ac:spMk id="2" creationId="{75019D66-6E50-15EE-6D7A-FCA62FF4AC80}"/>
          </ac:spMkLst>
        </pc:spChg>
        <pc:spChg chg="add mod">
          <ac:chgData name="Mohamed Alanani" userId="c79e9c9d1c5c5a61" providerId="LiveId" clId="{A857CAF8-071F-4339-8676-5038DFC4FC1C}" dt="2025-11-16T14:08:03.670" v="1684" actId="2711"/>
          <ac:spMkLst>
            <pc:docMk/>
            <pc:sldMk cId="774459875" sldId="288"/>
            <ac:spMk id="4" creationId="{77F29E0F-B87C-33CD-67F7-7DCA84C12EAA}"/>
          </ac:spMkLst>
        </pc:spChg>
        <pc:spChg chg="add mod">
          <ac:chgData name="Mohamed Alanani" userId="c79e9c9d1c5c5a61" providerId="LiveId" clId="{A857CAF8-071F-4339-8676-5038DFC4FC1C}" dt="2025-11-16T14:07:11.612" v="1670" actId="207"/>
          <ac:spMkLst>
            <pc:docMk/>
            <pc:sldMk cId="774459875" sldId="288"/>
            <ac:spMk id="8" creationId="{F39DF206-0F0C-F04D-F375-1BCA8860CE96}"/>
          </ac:spMkLst>
        </pc:spChg>
        <pc:spChg chg="add mod">
          <ac:chgData name="Mohamed Alanani" userId="c79e9c9d1c5c5a61" providerId="LiveId" clId="{A857CAF8-071F-4339-8676-5038DFC4FC1C}" dt="2025-11-16T14:07:14.645" v="1671" actId="207"/>
          <ac:spMkLst>
            <pc:docMk/>
            <pc:sldMk cId="774459875" sldId="288"/>
            <ac:spMk id="9" creationId="{C6B88B91-89DD-A3E4-37E1-2D381A602D5A}"/>
          </ac:spMkLst>
        </pc:spChg>
        <pc:spChg chg="del">
          <ac:chgData name="Mohamed Alanani" userId="c79e9c9d1c5c5a61" providerId="LiveId" clId="{A857CAF8-071F-4339-8676-5038DFC4FC1C}" dt="2025-11-16T14:01:03.127" v="1595" actId="478"/>
          <ac:spMkLst>
            <pc:docMk/>
            <pc:sldMk cId="774459875" sldId="288"/>
            <ac:spMk id="10" creationId="{9F193ED7-5762-C9DB-21CC-54F91330557E}"/>
          </ac:spMkLst>
        </pc:spChg>
        <pc:spChg chg="del">
          <ac:chgData name="Mohamed Alanani" userId="c79e9c9d1c5c5a61" providerId="LiveId" clId="{A857CAF8-071F-4339-8676-5038DFC4FC1C}" dt="2025-11-16T14:01:09.625" v="1596" actId="478"/>
          <ac:spMkLst>
            <pc:docMk/>
            <pc:sldMk cId="774459875" sldId="288"/>
            <ac:spMk id="11" creationId="{578C46F9-969E-A5E5-C019-692F1C0A0D5A}"/>
          </ac:spMkLst>
        </pc:spChg>
        <pc:spChg chg="del">
          <ac:chgData name="Mohamed Alanani" userId="c79e9c9d1c5c5a61" providerId="LiveId" clId="{A857CAF8-071F-4339-8676-5038DFC4FC1C}" dt="2025-11-16T14:01:33.733" v="1598" actId="478"/>
          <ac:spMkLst>
            <pc:docMk/>
            <pc:sldMk cId="774459875" sldId="288"/>
            <ac:spMk id="12" creationId="{D8C4DB04-EC9B-095A-9EEF-661FB0EBC5B2}"/>
          </ac:spMkLst>
        </pc:spChg>
        <pc:spChg chg="del">
          <ac:chgData name="Mohamed Alanani" userId="c79e9c9d1c5c5a61" providerId="LiveId" clId="{A857CAF8-071F-4339-8676-5038DFC4FC1C}" dt="2025-11-16T14:01:43.970" v="1603" actId="478"/>
          <ac:spMkLst>
            <pc:docMk/>
            <pc:sldMk cId="774459875" sldId="288"/>
            <ac:spMk id="13" creationId="{95201BDC-D26D-F58A-8A7E-9C06C74E1970}"/>
          </ac:spMkLst>
        </pc:spChg>
        <pc:spChg chg="del">
          <ac:chgData name="Mohamed Alanani" userId="c79e9c9d1c5c5a61" providerId="LiveId" clId="{A857CAF8-071F-4339-8676-5038DFC4FC1C}" dt="2025-11-16T14:01:42.997" v="1602" actId="478"/>
          <ac:spMkLst>
            <pc:docMk/>
            <pc:sldMk cId="774459875" sldId="288"/>
            <ac:spMk id="14" creationId="{E9EACE0A-4A60-E6EB-B78D-58FADBC58552}"/>
          </ac:spMkLst>
        </pc:spChg>
        <pc:spChg chg="del mod">
          <ac:chgData name="Mohamed Alanani" userId="c79e9c9d1c5c5a61" providerId="LiveId" clId="{A857CAF8-071F-4339-8676-5038DFC4FC1C}" dt="2025-11-16T14:01:41.441" v="1601" actId="478"/>
          <ac:spMkLst>
            <pc:docMk/>
            <pc:sldMk cId="774459875" sldId="288"/>
            <ac:spMk id="15" creationId="{AF97386C-9416-B0E2-37FE-B06E327C1D2C}"/>
          </ac:spMkLst>
        </pc:spChg>
        <pc:spChg chg="del">
          <ac:chgData name="Mohamed Alanani" userId="c79e9c9d1c5c5a61" providerId="LiveId" clId="{A857CAF8-071F-4339-8676-5038DFC4FC1C}" dt="2025-11-16T14:01:45.595" v="1604" actId="478"/>
          <ac:spMkLst>
            <pc:docMk/>
            <pc:sldMk cId="774459875" sldId="288"/>
            <ac:spMk id="16" creationId="{2F106844-BCC8-150E-6754-2286E81972FA}"/>
          </ac:spMkLst>
        </pc:spChg>
        <pc:spChg chg="add del mod">
          <ac:chgData name="Mohamed Alanani" userId="c79e9c9d1c5c5a61" providerId="LiveId" clId="{A857CAF8-071F-4339-8676-5038DFC4FC1C}" dt="2025-11-16T14:05:16.103" v="1648" actId="478"/>
          <ac:spMkLst>
            <pc:docMk/>
            <pc:sldMk cId="774459875" sldId="288"/>
            <ac:spMk id="17" creationId="{E0367A7F-C2AE-E496-EDC7-0E51213D805B}"/>
          </ac:spMkLst>
        </pc:spChg>
        <pc:spChg chg="del">
          <ac:chgData name="Mohamed Alanani" userId="c79e9c9d1c5c5a61" providerId="LiveId" clId="{A857CAF8-071F-4339-8676-5038DFC4FC1C}" dt="2025-11-16T14:01:37.620" v="1599" actId="478"/>
          <ac:spMkLst>
            <pc:docMk/>
            <pc:sldMk cId="774459875" sldId="288"/>
            <ac:spMk id="18" creationId="{5E1F8DD2-2545-A3EA-394B-F8750ADF21A3}"/>
          </ac:spMkLst>
        </pc:spChg>
        <pc:spChg chg="add mod">
          <ac:chgData name="Mohamed Alanani" userId="c79e9c9d1c5c5a61" providerId="LiveId" clId="{A857CAF8-071F-4339-8676-5038DFC4FC1C}" dt="2025-11-16T14:07:17.450" v="1672" actId="207"/>
          <ac:spMkLst>
            <pc:docMk/>
            <pc:sldMk cId="774459875" sldId="288"/>
            <ac:spMk id="19" creationId="{33EB7C7A-D666-A05C-41A0-3D95B802F68E}"/>
          </ac:spMkLst>
        </pc:spChg>
        <pc:spChg chg="del mod">
          <ac:chgData name="Mohamed Alanani" userId="c79e9c9d1c5c5a61" providerId="LiveId" clId="{A857CAF8-071F-4339-8676-5038DFC4FC1C}" dt="2025-11-16T14:01:49.532" v="1607" actId="478"/>
          <ac:spMkLst>
            <pc:docMk/>
            <pc:sldMk cId="774459875" sldId="288"/>
            <ac:spMk id="21" creationId="{AEA74914-C76E-344D-D8F2-2FC43AE61826}"/>
          </ac:spMkLst>
        </pc:spChg>
        <pc:spChg chg="del">
          <ac:chgData name="Mohamed Alanani" userId="c79e9c9d1c5c5a61" providerId="LiveId" clId="{A857CAF8-071F-4339-8676-5038DFC4FC1C}" dt="2025-11-16T14:01:46.966" v="1605" actId="478"/>
          <ac:spMkLst>
            <pc:docMk/>
            <pc:sldMk cId="774459875" sldId="288"/>
            <ac:spMk id="22" creationId="{FDE180EE-9D21-3E07-F231-D27289AAECB4}"/>
          </ac:spMkLst>
        </pc:spChg>
        <pc:spChg chg="add mod">
          <ac:chgData name="Mohamed Alanani" userId="c79e9c9d1c5c5a61" providerId="LiveId" clId="{A857CAF8-071F-4339-8676-5038DFC4FC1C}" dt="2025-11-16T14:08:11.766" v="1685" actId="2711"/>
          <ac:spMkLst>
            <pc:docMk/>
            <pc:sldMk cId="774459875" sldId="288"/>
            <ac:spMk id="23" creationId="{E8F34FED-9426-7D56-ABF3-2D8E533F2192}"/>
          </ac:spMkLst>
        </pc:spChg>
        <pc:spChg chg="add mod">
          <ac:chgData name="Mohamed Alanani" userId="c79e9c9d1c5c5a61" providerId="LiveId" clId="{A857CAF8-071F-4339-8676-5038DFC4FC1C}" dt="2025-11-16T14:07:23.174" v="1674" actId="207"/>
          <ac:spMkLst>
            <pc:docMk/>
            <pc:sldMk cId="774459875" sldId="288"/>
            <ac:spMk id="25" creationId="{A193F634-98DC-9082-50EE-349C86624767}"/>
          </ac:spMkLst>
        </pc:spChg>
        <pc:spChg chg="mod">
          <ac:chgData name="Mohamed Alanani" userId="c79e9c9d1c5c5a61" providerId="LiveId" clId="{A857CAF8-071F-4339-8676-5038DFC4FC1C}" dt="2025-11-16T14:04:56.625" v="1642" actId="1076"/>
          <ac:spMkLst>
            <pc:docMk/>
            <pc:sldMk cId="774459875" sldId="288"/>
            <ac:spMk id="27" creationId="{87117AD9-F701-BC84-06C9-F994A37AEEC2}"/>
          </ac:spMkLst>
        </pc:spChg>
        <pc:spChg chg="add del mod">
          <ac:chgData name="Mohamed Alanani" userId="c79e9c9d1c5c5a61" providerId="LiveId" clId="{A857CAF8-071F-4339-8676-5038DFC4FC1C}" dt="2025-11-16T14:05:35.334" v="1652" actId="478"/>
          <ac:spMkLst>
            <pc:docMk/>
            <pc:sldMk cId="774459875" sldId="288"/>
            <ac:spMk id="28" creationId="{D41C0F90-4FED-39F0-D9C2-A10F4E758A75}"/>
          </ac:spMkLst>
        </pc:spChg>
        <pc:spChg chg="add mod">
          <ac:chgData name="Mohamed Alanani" userId="c79e9c9d1c5c5a61" providerId="LiveId" clId="{A857CAF8-071F-4339-8676-5038DFC4FC1C}" dt="2025-11-16T14:07:30.953" v="1677" actId="1076"/>
          <ac:spMkLst>
            <pc:docMk/>
            <pc:sldMk cId="774459875" sldId="288"/>
            <ac:spMk id="29" creationId="{F2DF480A-2E45-3356-8FE5-F55E769BF74D}"/>
          </ac:spMkLst>
        </pc:spChg>
        <pc:spChg chg="add mod">
          <ac:chgData name="Mohamed Alanani" userId="c79e9c9d1c5c5a61" providerId="LiveId" clId="{A857CAF8-071F-4339-8676-5038DFC4FC1C}" dt="2025-11-16T14:07:33.992" v="1678" actId="207"/>
          <ac:spMkLst>
            <pc:docMk/>
            <pc:sldMk cId="774459875" sldId="288"/>
            <ac:spMk id="30" creationId="{02C1C8DB-9F89-B32F-FD80-D1689E9B8C94}"/>
          </ac:spMkLst>
        </pc:spChg>
        <pc:spChg chg="add mod">
          <ac:chgData name="Mohamed Alanani" userId="c79e9c9d1c5c5a61" providerId="LiveId" clId="{A857CAF8-071F-4339-8676-5038DFC4FC1C}" dt="2025-11-16T14:07:39.553" v="1679" actId="207"/>
          <ac:spMkLst>
            <pc:docMk/>
            <pc:sldMk cId="774459875" sldId="288"/>
            <ac:spMk id="31" creationId="{F1DF750F-178A-030B-33DE-C43D83065DC3}"/>
          </ac:spMkLst>
        </pc:spChg>
        <pc:spChg chg="add mod">
          <ac:chgData name="Mohamed Alanani" userId="c79e9c9d1c5c5a61" providerId="LiveId" clId="{A857CAF8-071F-4339-8676-5038DFC4FC1C}" dt="2025-11-16T14:08:18.925" v="1686" actId="2711"/>
          <ac:spMkLst>
            <pc:docMk/>
            <pc:sldMk cId="774459875" sldId="288"/>
            <ac:spMk id="33" creationId="{ABB52C4D-75A7-E012-8430-FF8D5A061C78}"/>
          </ac:spMkLst>
        </pc:spChg>
        <pc:spChg chg="add mod">
          <ac:chgData name="Mohamed Alanani" userId="c79e9c9d1c5c5a61" providerId="LiveId" clId="{A857CAF8-071F-4339-8676-5038DFC4FC1C}" dt="2025-11-16T14:07:45.780" v="1681" actId="207"/>
          <ac:spMkLst>
            <pc:docMk/>
            <pc:sldMk cId="774459875" sldId="288"/>
            <ac:spMk id="34" creationId="{898CE005-2CF2-4649-AD71-E45C780D0BB3}"/>
          </ac:spMkLst>
        </pc:spChg>
        <pc:spChg chg="add mod">
          <ac:chgData name="Mohamed Alanani" userId="c79e9c9d1c5c5a61" providerId="LiveId" clId="{A857CAF8-071F-4339-8676-5038DFC4FC1C}" dt="2025-11-16T14:07:50.345" v="1682" actId="207"/>
          <ac:spMkLst>
            <pc:docMk/>
            <pc:sldMk cId="774459875" sldId="288"/>
            <ac:spMk id="35" creationId="{B97EED40-EDF0-1BB1-9087-6233F4D0CAAD}"/>
          </ac:spMkLst>
        </pc:spChg>
        <pc:spChg chg="add mod">
          <ac:chgData name="Mohamed Alanani" userId="c79e9c9d1c5c5a61" providerId="LiveId" clId="{A857CAF8-071F-4339-8676-5038DFC4FC1C}" dt="2025-11-16T14:07:53.653" v="1683" actId="207"/>
          <ac:spMkLst>
            <pc:docMk/>
            <pc:sldMk cId="774459875" sldId="288"/>
            <ac:spMk id="36" creationId="{12A58954-81BB-6F54-C2BA-11CC331506FB}"/>
          </ac:spMkLst>
        </pc:spChg>
        <pc:spChg chg="add mod">
          <ac:chgData name="Mohamed Alanani" userId="c79e9c9d1c5c5a61" providerId="LiveId" clId="{A857CAF8-071F-4339-8676-5038DFC4FC1C}" dt="2025-11-16T14:21:16.898" v="1810" actId="1076"/>
          <ac:spMkLst>
            <pc:docMk/>
            <pc:sldMk cId="774459875" sldId="288"/>
            <ac:spMk id="37" creationId="{20AFBC62-7061-0E94-0C84-6E13F262621A}"/>
          </ac:spMkLst>
        </pc:spChg>
        <pc:spChg chg="add mod">
          <ac:chgData name="Mohamed Alanani" userId="c79e9c9d1c5c5a61" providerId="LiveId" clId="{A857CAF8-071F-4339-8676-5038DFC4FC1C}" dt="2025-11-16T14:21:05.476" v="1808" actId="1076"/>
          <ac:spMkLst>
            <pc:docMk/>
            <pc:sldMk cId="774459875" sldId="288"/>
            <ac:spMk id="38" creationId="{3D23E418-FBBC-065E-3C33-1DB809380604}"/>
          </ac:spMkLst>
        </pc:spChg>
        <pc:spChg chg="add mod">
          <ac:chgData name="Mohamed Alanani" userId="c79e9c9d1c5c5a61" providerId="LiveId" clId="{A857CAF8-071F-4339-8676-5038DFC4FC1C}" dt="2025-11-16T14:21:10.282" v="1809" actId="1076"/>
          <ac:spMkLst>
            <pc:docMk/>
            <pc:sldMk cId="774459875" sldId="288"/>
            <ac:spMk id="39" creationId="{082B974D-4511-71B4-2625-B6A8C5A432C4}"/>
          </ac:spMkLst>
        </pc:spChg>
        <pc:spChg chg="add mod">
          <ac:chgData name="Mohamed Alanani" userId="c79e9c9d1c5c5a61" providerId="LiveId" clId="{A857CAF8-071F-4339-8676-5038DFC4FC1C}" dt="2025-11-16T14:31:12.541" v="1874" actId="20577"/>
          <ac:spMkLst>
            <pc:docMk/>
            <pc:sldMk cId="774459875" sldId="288"/>
            <ac:spMk id="41" creationId="{E1906953-0EF6-7688-C4FC-638D87BF7E90}"/>
          </ac:spMkLst>
        </pc:spChg>
        <pc:picChg chg="add del mod">
          <ac:chgData name="Mohamed Alanani" userId="c79e9c9d1c5c5a61" providerId="LiveId" clId="{A857CAF8-071F-4339-8676-5038DFC4FC1C}" dt="2025-11-16T14:04:35.265" v="1636" actId="478"/>
          <ac:picMkLst>
            <pc:docMk/>
            <pc:sldMk cId="774459875" sldId="288"/>
            <ac:picMk id="3" creationId="{1644C8A4-2049-14AD-8CE0-69BFEF8D4289}"/>
          </ac:picMkLst>
        </pc:picChg>
        <pc:picChg chg="add del mod">
          <ac:chgData name="Mohamed Alanani" userId="c79e9c9d1c5c5a61" providerId="LiveId" clId="{A857CAF8-071F-4339-8676-5038DFC4FC1C}" dt="2025-11-16T14:04:30.766" v="1634" actId="478"/>
          <ac:picMkLst>
            <pc:docMk/>
            <pc:sldMk cId="774459875" sldId="288"/>
            <ac:picMk id="20" creationId="{A63849A3-9BCA-4B3B-1896-A6B620643DCD}"/>
          </ac:picMkLst>
        </pc:picChg>
        <pc:picChg chg="del">
          <ac:chgData name="Mohamed Alanani" userId="c79e9c9d1c5c5a61" providerId="LiveId" clId="{A857CAF8-071F-4339-8676-5038DFC4FC1C}" dt="2025-11-16T14:01:33.733" v="1598" actId="478"/>
          <ac:picMkLst>
            <pc:docMk/>
            <pc:sldMk cId="774459875" sldId="288"/>
            <ac:picMk id="24" creationId="{188AF0A6-C84C-681F-A4F1-A612265575B7}"/>
          </ac:picMkLst>
        </pc:picChg>
        <pc:picChg chg="del">
          <ac:chgData name="Mohamed Alanani" userId="c79e9c9d1c5c5a61" providerId="LiveId" clId="{A857CAF8-071F-4339-8676-5038DFC4FC1C}" dt="2025-11-16T14:01:50.159" v="1608" actId="478"/>
          <ac:picMkLst>
            <pc:docMk/>
            <pc:sldMk cId="774459875" sldId="288"/>
            <ac:picMk id="26" creationId="{7D15932C-A928-B539-210B-D0DDE1EF8A4E}"/>
          </ac:picMkLst>
        </pc:picChg>
        <pc:picChg chg="add del mod">
          <ac:chgData name="Mohamed Alanani" userId="c79e9c9d1c5c5a61" providerId="LiveId" clId="{A857CAF8-071F-4339-8676-5038DFC4FC1C}" dt="2025-11-16T14:04:32.912" v="1635" actId="478"/>
          <ac:picMkLst>
            <pc:docMk/>
            <pc:sldMk cId="774459875" sldId="288"/>
            <ac:picMk id="32" creationId="{C85AFB56-21D1-3456-63F6-81EA733C1CBE}"/>
          </ac:picMkLst>
        </pc:picChg>
        <pc:picChg chg="add mod">
          <ac:chgData name="Mohamed Alanani" userId="c79e9c9d1c5c5a61" providerId="LiveId" clId="{A857CAF8-071F-4339-8676-5038DFC4FC1C}" dt="2025-11-16T14:20:44.537" v="1805" actId="1076"/>
          <ac:picMkLst>
            <pc:docMk/>
            <pc:sldMk cId="774459875" sldId="288"/>
            <ac:picMk id="43" creationId="{76FF9E30-4D85-2E5C-2C1D-8376A351F87B}"/>
          </ac:picMkLst>
        </pc:picChg>
      </pc:sldChg>
      <pc:sldChg chg="delSp modSp add mod">
        <pc:chgData name="Mohamed Alanani" userId="c79e9c9d1c5c5a61" providerId="LiveId" clId="{A857CAF8-071F-4339-8676-5038DFC4FC1C}" dt="2025-11-16T14:31:51.718" v="1882" actId="207"/>
        <pc:sldMkLst>
          <pc:docMk/>
          <pc:sldMk cId="3585198420" sldId="289"/>
        </pc:sldMkLst>
        <pc:spChg chg="mod">
          <ac:chgData name="Mohamed Alanani" userId="c79e9c9d1c5c5a61" providerId="LiveId" clId="{A857CAF8-071F-4339-8676-5038DFC4FC1C}" dt="2025-11-16T14:31:51.718" v="1882" actId="207"/>
          <ac:spMkLst>
            <pc:docMk/>
            <pc:sldMk cId="3585198420" sldId="289"/>
            <ac:spMk id="2" creationId="{19DACF96-1DBF-D57F-3A3E-B87E7537CA96}"/>
          </ac:spMkLst>
        </pc:spChg>
        <pc:spChg chg="del">
          <ac:chgData name="Mohamed Alanani" userId="c79e9c9d1c5c5a61" providerId="LiveId" clId="{A857CAF8-071F-4339-8676-5038DFC4FC1C}" dt="2025-11-16T14:26:50.720" v="1836" actId="478"/>
          <ac:spMkLst>
            <pc:docMk/>
            <pc:sldMk cId="3585198420" sldId="289"/>
            <ac:spMk id="6" creationId="{BE37C84D-27CA-1007-0B3A-7BC83911444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A38D982-688A-485A-A50D-EDD28DA1A098}" type="datetimeFigureOut">
              <a:rPr lang="en-US" smtClean="0"/>
              <a:t>11/20/2025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30375546-C408-49EA-AC60-2BC361805BCC}" type="slidenum">
              <a:rPr lang="en-US" smtClean="0"/>
              <a:t>‹#›</a:t>
            </a:fld>
            <a:endParaRPr lang="en-US"/>
          </a:p>
        </p:txBody>
      </p:sp>
    </p:spTree>
    <p:extLst>
      <p:ext uri="{BB962C8B-B14F-4D97-AF65-F5344CB8AC3E}">
        <p14:creationId xmlns:p14="http://schemas.microsoft.com/office/powerpoint/2010/main" val="3784630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375546-C408-49EA-AC60-2BC361805BCC}" type="slidenum">
              <a:rPr lang="en-US" smtClean="0"/>
              <a:t>12</a:t>
            </a:fld>
            <a:endParaRPr lang="en-US"/>
          </a:p>
        </p:txBody>
      </p:sp>
    </p:spTree>
    <p:extLst>
      <p:ext uri="{BB962C8B-B14F-4D97-AF65-F5344CB8AC3E}">
        <p14:creationId xmlns:p14="http://schemas.microsoft.com/office/powerpoint/2010/main" val="3814987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5400" b="1" i="0">
                <a:solidFill>
                  <a:srgbClr val="006FC0"/>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4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Calibri"/>
                <a:cs typeface="Calibri"/>
              </a:defRPr>
            </a:lvl1pPr>
          </a:lstStyle>
          <a:p>
            <a:pPr marL="12700">
              <a:lnSpc>
                <a:spcPts val="1620"/>
              </a:lnSpc>
            </a:pPr>
            <a:r>
              <a:rPr spc="-10" dirty="0"/>
              <a:t>5/17/2025</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1" i="0">
                <a:solidFill>
                  <a:srgbClr val="006FC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4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Calibri"/>
                <a:cs typeface="Calibri"/>
              </a:defRPr>
            </a:lvl1pPr>
          </a:lstStyle>
          <a:p>
            <a:pPr marL="12700">
              <a:lnSpc>
                <a:spcPts val="1620"/>
              </a:lnSpc>
            </a:pPr>
            <a:r>
              <a:rPr spc="-10" dirty="0"/>
              <a:t>5/17/2025</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8000"/>
          </a:xfrm>
          <a:prstGeom prst="rect">
            <a:avLst/>
          </a:prstGeom>
        </p:spPr>
      </p:pic>
      <p:pic>
        <p:nvPicPr>
          <p:cNvPr id="17" name="bg object 17"/>
          <p:cNvPicPr/>
          <p:nvPr/>
        </p:nvPicPr>
        <p:blipFill>
          <a:blip r:embed="rId3" cstate="print"/>
          <a:stretch>
            <a:fillRect/>
          </a:stretch>
        </p:blipFill>
        <p:spPr>
          <a:xfrm>
            <a:off x="10711560" y="330238"/>
            <a:ext cx="1284604" cy="637755"/>
          </a:xfrm>
          <a:prstGeom prst="rect">
            <a:avLst/>
          </a:prstGeom>
        </p:spPr>
      </p:pic>
      <p:sp>
        <p:nvSpPr>
          <p:cNvPr id="18" name="bg object 18"/>
          <p:cNvSpPr/>
          <p:nvPr/>
        </p:nvSpPr>
        <p:spPr>
          <a:xfrm>
            <a:off x="838200" y="6338925"/>
            <a:ext cx="2743200" cy="382905"/>
          </a:xfrm>
          <a:custGeom>
            <a:avLst/>
            <a:gdLst/>
            <a:ahLst/>
            <a:cxnLst/>
            <a:rect l="l" t="t" r="r" b="b"/>
            <a:pathLst>
              <a:path w="2743200" h="382904">
                <a:moveTo>
                  <a:pt x="2743200" y="0"/>
                </a:moveTo>
                <a:lnTo>
                  <a:pt x="0" y="0"/>
                </a:lnTo>
                <a:lnTo>
                  <a:pt x="0" y="382549"/>
                </a:lnTo>
                <a:lnTo>
                  <a:pt x="2743200" y="382549"/>
                </a:lnTo>
                <a:lnTo>
                  <a:pt x="2743200" y="0"/>
                </a:lnTo>
                <a:close/>
              </a:path>
            </a:pathLst>
          </a:custGeom>
          <a:solidFill>
            <a:srgbClr val="1769A6"/>
          </a:solidFill>
        </p:spPr>
        <p:txBody>
          <a:bodyPr wrap="square" lIns="0" tIns="0" rIns="0" bIns="0" rtlCol="0"/>
          <a:lstStyle/>
          <a:p>
            <a:endParaRPr/>
          </a:p>
        </p:txBody>
      </p:sp>
      <p:pic>
        <p:nvPicPr>
          <p:cNvPr id="19" name="bg object 19"/>
          <p:cNvPicPr/>
          <p:nvPr/>
        </p:nvPicPr>
        <p:blipFill>
          <a:blip r:embed="rId4" cstate="print"/>
          <a:stretch>
            <a:fillRect/>
          </a:stretch>
        </p:blipFill>
        <p:spPr>
          <a:xfrm>
            <a:off x="93317" y="0"/>
            <a:ext cx="1489710" cy="1386586"/>
          </a:xfrm>
          <a:prstGeom prst="rect">
            <a:avLst/>
          </a:prstGeom>
        </p:spPr>
      </p:pic>
      <p:sp>
        <p:nvSpPr>
          <p:cNvPr id="20" name="bg object 20"/>
          <p:cNvSpPr/>
          <p:nvPr/>
        </p:nvSpPr>
        <p:spPr>
          <a:xfrm>
            <a:off x="10974196" y="6344010"/>
            <a:ext cx="466090" cy="432434"/>
          </a:xfrm>
          <a:custGeom>
            <a:avLst/>
            <a:gdLst/>
            <a:ahLst/>
            <a:cxnLst/>
            <a:rect l="l" t="t" r="r" b="b"/>
            <a:pathLst>
              <a:path w="466090" h="432434">
                <a:moveTo>
                  <a:pt x="466090" y="0"/>
                </a:moveTo>
                <a:lnTo>
                  <a:pt x="0" y="0"/>
                </a:lnTo>
                <a:lnTo>
                  <a:pt x="0" y="431926"/>
                </a:lnTo>
                <a:lnTo>
                  <a:pt x="466090" y="431926"/>
                </a:lnTo>
                <a:lnTo>
                  <a:pt x="466090" y="0"/>
                </a:lnTo>
                <a:close/>
              </a:path>
            </a:pathLst>
          </a:custGeom>
          <a:solidFill>
            <a:srgbClr val="1769A6"/>
          </a:solidFill>
        </p:spPr>
        <p:txBody>
          <a:bodyPr wrap="square" lIns="0" tIns="0" rIns="0" bIns="0" rtlCol="0"/>
          <a:lstStyle/>
          <a:p>
            <a:endParaRPr/>
          </a:p>
        </p:txBody>
      </p:sp>
      <p:pic>
        <p:nvPicPr>
          <p:cNvPr id="21" name="bg object 21"/>
          <p:cNvPicPr/>
          <p:nvPr/>
        </p:nvPicPr>
        <p:blipFill>
          <a:blip r:embed="rId5" cstate="print"/>
          <a:stretch>
            <a:fillRect/>
          </a:stretch>
        </p:blipFill>
        <p:spPr>
          <a:xfrm>
            <a:off x="9190863" y="6356350"/>
            <a:ext cx="903185" cy="365125"/>
          </a:xfrm>
          <a:prstGeom prst="rect">
            <a:avLst/>
          </a:prstGeom>
        </p:spPr>
      </p:pic>
      <p:sp>
        <p:nvSpPr>
          <p:cNvPr id="2" name="Holder 2"/>
          <p:cNvSpPr>
            <a:spLocks noGrp="1"/>
          </p:cNvSpPr>
          <p:nvPr>
            <p:ph type="title"/>
          </p:nvPr>
        </p:nvSpPr>
        <p:spPr/>
        <p:txBody>
          <a:bodyPr lIns="0" tIns="0" rIns="0" bIns="0"/>
          <a:lstStyle>
            <a:lvl1pPr>
              <a:defRPr sz="5400" b="1" i="0">
                <a:solidFill>
                  <a:srgbClr val="006FC0"/>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Calibri"/>
                <a:cs typeface="Calibri"/>
              </a:defRPr>
            </a:lvl1pPr>
          </a:lstStyle>
          <a:p>
            <a:pPr marL="12700">
              <a:lnSpc>
                <a:spcPts val="1620"/>
              </a:lnSpc>
            </a:pPr>
            <a:r>
              <a:rPr spc="-10" dirty="0"/>
              <a:t>5/17/2025</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7" name="Holder 7"/>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1" i="0">
                <a:solidFill>
                  <a:srgbClr val="006FC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Calibri"/>
                <a:cs typeface="Calibri"/>
              </a:defRPr>
            </a:lvl1pPr>
          </a:lstStyle>
          <a:p>
            <a:pPr marL="12700">
              <a:lnSpc>
                <a:spcPts val="1620"/>
              </a:lnSpc>
            </a:pPr>
            <a:r>
              <a:rPr spc="-10" dirty="0"/>
              <a:t>5/17/2025</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5" name="Holder 5"/>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00" b="0" i="0">
                <a:solidFill>
                  <a:schemeClr val="bg1"/>
                </a:solidFill>
                <a:latin typeface="Calibri"/>
                <a:cs typeface="Calibri"/>
              </a:defRPr>
            </a:lvl1pPr>
          </a:lstStyle>
          <a:p>
            <a:pPr marL="12700">
              <a:lnSpc>
                <a:spcPts val="1620"/>
              </a:lnSpc>
            </a:pPr>
            <a:r>
              <a:rPr spc="-10" dirty="0"/>
              <a:t>5/17/2025</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4" name="Holder 4"/>
          <p:cNvSpPr>
            <a:spLocks noGrp="1"/>
          </p:cNvSpPr>
          <p:nvPr>
            <p:ph type="sldNum" sz="quarter" idx="7"/>
          </p:nvPr>
        </p:nvSpPr>
        <p:spPr/>
        <p:txBody>
          <a:bodyPr lIns="0" tIns="0" rIns="0" bIns="0"/>
          <a:lstStyle>
            <a:lvl1pPr>
              <a:defRPr sz="1200" b="0" i="0">
                <a:solidFill>
                  <a:schemeClr val="bg1"/>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8000"/>
          </a:xfrm>
          <a:prstGeom prst="rect">
            <a:avLst/>
          </a:prstGeom>
        </p:spPr>
      </p:pic>
      <p:pic>
        <p:nvPicPr>
          <p:cNvPr id="17" name="bg object 17"/>
          <p:cNvPicPr/>
          <p:nvPr/>
        </p:nvPicPr>
        <p:blipFill>
          <a:blip r:embed="rId8" cstate="print"/>
          <a:stretch>
            <a:fillRect/>
          </a:stretch>
        </p:blipFill>
        <p:spPr>
          <a:xfrm>
            <a:off x="10711560" y="330238"/>
            <a:ext cx="1284604" cy="637755"/>
          </a:xfrm>
          <a:prstGeom prst="rect">
            <a:avLst/>
          </a:prstGeom>
        </p:spPr>
      </p:pic>
      <p:sp>
        <p:nvSpPr>
          <p:cNvPr id="18" name="bg object 18"/>
          <p:cNvSpPr/>
          <p:nvPr/>
        </p:nvSpPr>
        <p:spPr>
          <a:xfrm>
            <a:off x="838200" y="6338925"/>
            <a:ext cx="2743200" cy="382905"/>
          </a:xfrm>
          <a:custGeom>
            <a:avLst/>
            <a:gdLst/>
            <a:ahLst/>
            <a:cxnLst/>
            <a:rect l="l" t="t" r="r" b="b"/>
            <a:pathLst>
              <a:path w="2743200" h="382904">
                <a:moveTo>
                  <a:pt x="2743200" y="0"/>
                </a:moveTo>
                <a:lnTo>
                  <a:pt x="0" y="0"/>
                </a:lnTo>
                <a:lnTo>
                  <a:pt x="0" y="382549"/>
                </a:lnTo>
                <a:lnTo>
                  <a:pt x="2743200" y="382549"/>
                </a:lnTo>
                <a:lnTo>
                  <a:pt x="2743200" y="0"/>
                </a:lnTo>
                <a:close/>
              </a:path>
            </a:pathLst>
          </a:custGeom>
          <a:solidFill>
            <a:srgbClr val="1769A6"/>
          </a:solidFill>
        </p:spPr>
        <p:txBody>
          <a:bodyPr wrap="square" lIns="0" tIns="0" rIns="0" bIns="0" rtlCol="0"/>
          <a:lstStyle/>
          <a:p>
            <a:endParaRPr/>
          </a:p>
        </p:txBody>
      </p:sp>
      <p:pic>
        <p:nvPicPr>
          <p:cNvPr id="19" name="bg object 19"/>
          <p:cNvPicPr/>
          <p:nvPr/>
        </p:nvPicPr>
        <p:blipFill>
          <a:blip r:embed="rId9" cstate="print"/>
          <a:stretch>
            <a:fillRect/>
          </a:stretch>
        </p:blipFill>
        <p:spPr>
          <a:xfrm>
            <a:off x="93317" y="0"/>
            <a:ext cx="1489710" cy="1386586"/>
          </a:xfrm>
          <a:prstGeom prst="rect">
            <a:avLst/>
          </a:prstGeom>
        </p:spPr>
      </p:pic>
      <p:sp>
        <p:nvSpPr>
          <p:cNvPr id="20" name="bg object 20"/>
          <p:cNvSpPr/>
          <p:nvPr/>
        </p:nvSpPr>
        <p:spPr>
          <a:xfrm>
            <a:off x="10974196" y="6344010"/>
            <a:ext cx="466090" cy="432434"/>
          </a:xfrm>
          <a:custGeom>
            <a:avLst/>
            <a:gdLst/>
            <a:ahLst/>
            <a:cxnLst/>
            <a:rect l="l" t="t" r="r" b="b"/>
            <a:pathLst>
              <a:path w="466090" h="432434">
                <a:moveTo>
                  <a:pt x="466090" y="0"/>
                </a:moveTo>
                <a:lnTo>
                  <a:pt x="0" y="0"/>
                </a:lnTo>
                <a:lnTo>
                  <a:pt x="0" y="431926"/>
                </a:lnTo>
                <a:lnTo>
                  <a:pt x="466090" y="431926"/>
                </a:lnTo>
                <a:lnTo>
                  <a:pt x="466090" y="0"/>
                </a:lnTo>
                <a:close/>
              </a:path>
            </a:pathLst>
          </a:custGeom>
          <a:solidFill>
            <a:srgbClr val="1769A6"/>
          </a:solidFill>
        </p:spPr>
        <p:txBody>
          <a:bodyPr wrap="square" lIns="0" tIns="0" rIns="0" bIns="0" rtlCol="0"/>
          <a:lstStyle/>
          <a:p>
            <a:endParaRPr/>
          </a:p>
        </p:txBody>
      </p:sp>
      <p:sp>
        <p:nvSpPr>
          <p:cNvPr id="2" name="Holder 2"/>
          <p:cNvSpPr>
            <a:spLocks noGrp="1"/>
          </p:cNvSpPr>
          <p:nvPr>
            <p:ph type="title"/>
          </p:nvPr>
        </p:nvSpPr>
        <p:spPr>
          <a:xfrm>
            <a:off x="2162048" y="458851"/>
            <a:ext cx="8458200" cy="939800"/>
          </a:xfrm>
          <a:prstGeom prst="rect">
            <a:avLst/>
          </a:prstGeom>
        </p:spPr>
        <p:txBody>
          <a:bodyPr wrap="square" lIns="0" tIns="0" rIns="0" bIns="0">
            <a:spAutoFit/>
          </a:bodyPr>
          <a:lstStyle>
            <a:lvl1pPr>
              <a:defRPr sz="5400" b="1" i="0">
                <a:solidFill>
                  <a:srgbClr val="006FC0"/>
                </a:solidFill>
                <a:latin typeface="Arial"/>
                <a:cs typeface="Arial"/>
              </a:defRPr>
            </a:lvl1pPr>
          </a:lstStyle>
          <a:p>
            <a:endParaRPr/>
          </a:p>
        </p:txBody>
      </p:sp>
      <p:sp>
        <p:nvSpPr>
          <p:cNvPr id="3" name="Holder 3"/>
          <p:cNvSpPr>
            <a:spLocks noGrp="1"/>
          </p:cNvSpPr>
          <p:nvPr>
            <p:ph type="body" idx="1"/>
          </p:nvPr>
        </p:nvSpPr>
        <p:spPr>
          <a:xfrm>
            <a:off x="916939" y="1899361"/>
            <a:ext cx="7263765" cy="2917825"/>
          </a:xfrm>
          <a:prstGeom prst="rect">
            <a:avLst/>
          </a:prstGeom>
        </p:spPr>
        <p:txBody>
          <a:bodyPr wrap="square" lIns="0" tIns="0" rIns="0" bIns="0">
            <a:spAutoFit/>
          </a:bodyPr>
          <a:lstStyle>
            <a:lvl1pPr>
              <a:defRPr sz="1400" b="1" i="0">
                <a:solidFill>
                  <a:schemeClr val="tx1"/>
                </a:solidFill>
                <a:latin typeface="Calibri"/>
                <a:cs typeface="Calibri"/>
              </a:defRPr>
            </a:lvl1pPr>
          </a:lstStyle>
          <a:p>
            <a:endParaRPr/>
          </a:p>
        </p:txBody>
      </p:sp>
      <p:sp>
        <p:nvSpPr>
          <p:cNvPr id="4" name="Holder 4"/>
          <p:cNvSpPr>
            <a:spLocks noGrp="1"/>
          </p:cNvSpPr>
          <p:nvPr>
            <p:ph type="ftr" sz="quarter" idx="5"/>
          </p:nvPr>
        </p:nvSpPr>
        <p:spPr>
          <a:xfrm>
            <a:off x="1762125" y="6443726"/>
            <a:ext cx="895985" cy="228600"/>
          </a:xfrm>
          <a:prstGeom prst="rect">
            <a:avLst/>
          </a:prstGeom>
        </p:spPr>
        <p:txBody>
          <a:bodyPr wrap="square" lIns="0" tIns="0" rIns="0" bIns="0">
            <a:spAutoFit/>
          </a:bodyPr>
          <a:lstStyle>
            <a:lvl1pPr>
              <a:defRPr sz="1600" b="0" i="0">
                <a:solidFill>
                  <a:schemeClr val="bg1"/>
                </a:solidFill>
                <a:latin typeface="Calibri"/>
                <a:cs typeface="Calibri"/>
              </a:defRPr>
            </a:lvl1pPr>
          </a:lstStyle>
          <a:p>
            <a:pPr marL="12700">
              <a:lnSpc>
                <a:spcPts val="1620"/>
              </a:lnSpc>
            </a:pPr>
            <a:r>
              <a:rPr spc="-10" dirty="0"/>
              <a:t>5/17/2025</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11/20/2025</a:t>
            </a:fld>
            <a:endParaRPr lang="en-US"/>
          </a:p>
        </p:txBody>
      </p:sp>
      <p:sp>
        <p:nvSpPr>
          <p:cNvPr id="6" name="Holder 6"/>
          <p:cNvSpPr>
            <a:spLocks noGrp="1"/>
          </p:cNvSpPr>
          <p:nvPr>
            <p:ph type="sldNum" sz="quarter" idx="7"/>
          </p:nvPr>
        </p:nvSpPr>
        <p:spPr>
          <a:xfrm>
            <a:off x="11094211" y="6464680"/>
            <a:ext cx="219075" cy="178434"/>
          </a:xfrm>
          <a:prstGeom prst="rect">
            <a:avLst/>
          </a:prstGeom>
        </p:spPr>
        <p:txBody>
          <a:bodyPr wrap="square" lIns="0" tIns="0" rIns="0" bIns="0">
            <a:spAutoFit/>
          </a:bodyPr>
          <a:lstStyle>
            <a:lvl1pPr>
              <a:defRPr sz="1200" b="0" i="0">
                <a:solidFill>
                  <a:schemeClr val="bg1"/>
                </a:solidFill>
                <a:latin typeface="Calibri"/>
                <a:cs typeface="Calibri"/>
              </a:defRPr>
            </a:lvl1pPr>
          </a:lstStyle>
          <a:p>
            <a:pPr marL="12700">
              <a:lnSpc>
                <a:spcPts val="124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openxmlformats.org/officeDocument/2006/relationships/hyperlink" Target="https://www.linkedin.com/in/yasmeen-hammad-1a734633b/" TargetMode="External"/><Relationship Id="rId3" Type="http://schemas.openxmlformats.org/officeDocument/2006/relationships/image" Target="../media/image6.png"/><Relationship Id="rId7" Type="http://schemas.openxmlformats.org/officeDocument/2006/relationships/hyperlink" Target="https://www.linkedin.com/in/alaa-mahmoud-0580a0357/" TargetMode="External"/><Relationship Id="rId2" Type="http://schemas.openxmlformats.org/officeDocument/2006/relationships/hyperlink" Target="https://www.linkedin.com/in/shokri-mohamed/" TargetMode="External"/><Relationship Id="rId1" Type="http://schemas.openxmlformats.org/officeDocument/2006/relationships/slideLayout" Target="../slideLayouts/slideLayout2.xml"/><Relationship Id="rId6" Type="http://schemas.openxmlformats.org/officeDocument/2006/relationships/hyperlink" Target="https://www.linkedin.com/in/mohamed-alanani-59a2612a2/" TargetMode="External"/><Relationship Id="rId5" Type="http://schemas.openxmlformats.org/officeDocument/2006/relationships/hyperlink" Target="https://www.linkedin.com/in/mustafa-abdelhaliem-63b9b0304/" TargetMode="External"/><Relationship Id="rId4" Type="http://schemas.openxmlformats.org/officeDocument/2006/relationships/hyperlink" Target="https://www.linkedin.com/in/doha-ezzat-864770377/" TargetMode="External"/><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412238" y="2454986"/>
            <a:ext cx="6925309" cy="848994"/>
          </a:xfrm>
          <a:prstGeom prst="rect">
            <a:avLst/>
          </a:prstGeom>
        </p:spPr>
        <p:txBody>
          <a:bodyPr vert="horz" wrap="square" lIns="0" tIns="12700" rIns="0" bIns="0" rtlCol="0">
            <a:spAutoFit/>
          </a:bodyPr>
          <a:lstStyle/>
          <a:p>
            <a:pPr marL="12700">
              <a:lnSpc>
                <a:spcPct val="100000"/>
              </a:lnSpc>
              <a:spcBef>
                <a:spcPts val="100"/>
              </a:spcBef>
            </a:pPr>
            <a:r>
              <a:rPr spc="360" dirty="0">
                <a:solidFill>
                  <a:srgbClr val="047953"/>
                </a:solidFill>
                <a:latin typeface="Cambria"/>
                <a:cs typeface="Cambria"/>
              </a:rPr>
              <a:t>Store</a:t>
            </a:r>
            <a:r>
              <a:rPr spc="380" dirty="0">
                <a:solidFill>
                  <a:srgbClr val="047953"/>
                </a:solidFill>
                <a:latin typeface="Cambria"/>
                <a:cs typeface="Cambria"/>
              </a:rPr>
              <a:t> </a:t>
            </a:r>
            <a:r>
              <a:rPr spc="375" dirty="0">
                <a:solidFill>
                  <a:srgbClr val="047953"/>
                </a:solidFill>
                <a:latin typeface="Cambria"/>
                <a:cs typeface="Cambria"/>
              </a:rPr>
              <a:t>Sales</a:t>
            </a:r>
            <a:r>
              <a:rPr spc="385" dirty="0">
                <a:solidFill>
                  <a:srgbClr val="047953"/>
                </a:solidFill>
                <a:latin typeface="Cambria"/>
                <a:cs typeface="Cambria"/>
              </a:rPr>
              <a:t> </a:t>
            </a:r>
            <a:r>
              <a:rPr spc="365" dirty="0">
                <a:solidFill>
                  <a:srgbClr val="047953"/>
                </a:solidFill>
                <a:latin typeface="Cambria"/>
                <a:cs typeface="Cambria"/>
              </a:rPr>
              <a:t>Dataset</a:t>
            </a:r>
          </a:p>
        </p:txBody>
      </p:sp>
      <p:sp>
        <p:nvSpPr>
          <p:cNvPr id="4" name="object 4"/>
          <p:cNvSpPr/>
          <p:nvPr/>
        </p:nvSpPr>
        <p:spPr>
          <a:xfrm>
            <a:off x="2424810" y="3226435"/>
            <a:ext cx="6896100" cy="71755"/>
          </a:xfrm>
          <a:custGeom>
            <a:avLst/>
            <a:gdLst/>
            <a:ahLst/>
            <a:cxnLst/>
            <a:rect l="l" t="t" r="r" b="b"/>
            <a:pathLst>
              <a:path w="6896100" h="71754">
                <a:moveTo>
                  <a:pt x="6896100" y="0"/>
                </a:moveTo>
                <a:lnTo>
                  <a:pt x="0" y="0"/>
                </a:lnTo>
                <a:lnTo>
                  <a:pt x="0" y="71627"/>
                </a:lnTo>
                <a:lnTo>
                  <a:pt x="6896100" y="71627"/>
                </a:lnTo>
                <a:lnTo>
                  <a:pt x="6896100" y="0"/>
                </a:lnTo>
                <a:close/>
              </a:path>
            </a:pathLst>
          </a:custGeom>
          <a:solidFill>
            <a:srgbClr val="047953"/>
          </a:solidFill>
        </p:spPr>
        <p:txBody>
          <a:bodyPr wrap="square" lIns="0" tIns="0" rIns="0" bIns="0" rtlCol="0"/>
          <a:lstStyle/>
          <a:p>
            <a:endParaRPr/>
          </a:p>
        </p:txBody>
      </p:sp>
      <p:sp>
        <p:nvSpPr>
          <p:cNvPr id="5" name="object 5"/>
          <p:cNvSpPr/>
          <p:nvPr/>
        </p:nvSpPr>
        <p:spPr>
          <a:xfrm>
            <a:off x="4270375" y="4049395"/>
            <a:ext cx="3205480" cy="71755"/>
          </a:xfrm>
          <a:custGeom>
            <a:avLst/>
            <a:gdLst/>
            <a:ahLst/>
            <a:cxnLst/>
            <a:rect l="l" t="t" r="r" b="b"/>
            <a:pathLst>
              <a:path w="3205479" h="71754">
                <a:moveTo>
                  <a:pt x="3204972" y="0"/>
                </a:moveTo>
                <a:lnTo>
                  <a:pt x="0" y="0"/>
                </a:lnTo>
                <a:lnTo>
                  <a:pt x="0" y="71627"/>
                </a:lnTo>
                <a:lnTo>
                  <a:pt x="3204972" y="71627"/>
                </a:lnTo>
                <a:lnTo>
                  <a:pt x="3204972" y="0"/>
                </a:lnTo>
                <a:close/>
              </a:path>
            </a:pathLst>
          </a:custGeom>
          <a:solidFill>
            <a:srgbClr val="047953"/>
          </a:solidFill>
        </p:spPr>
        <p:txBody>
          <a:bodyPr wrap="square" lIns="0" tIns="0" rIns="0" bIns="0" rtlCol="0"/>
          <a:lstStyle/>
          <a:p>
            <a:endParaRPr/>
          </a:p>
        </p:txBody>
      </p:sp>
      <p:sp>
        <p:nvSpPr>
          <p:cNvPr id="6" name="object 6"/>
          <p:cNvSpPr txBox="1"/>
          <p:nvPr/>
        </p:nvSpPr>
        <p:spPr>
          <a:xfrm>
            <a:off x="4454778" y="3278504"/>
            <a:ext cx="3034665" cy="848360"/>
          </a:xfrm>
          <a:prstGeom prst="rect">
            <a:avLst/>
          </a:prstGeom>
        </p:spPr>
        <p:txBody>
          <a:bodyPr vert="horz" wrap="square" lIns="0" tIns="12700" rIns="0" bIns="0" rtlCol="0">
            <a:spAutoFit/>
          </a:bodyPr>
          <a:lstStyle/>
          <a:p>
            <a:pPr marL="12700">
              <a:lnSpc>
                <a:spcPct val="100000"/>
              </a:lnSpc>
              <a:spcBef>
                <a:spcPts val="100"/>
              </a:spcBef>
            </a:pPr>
            <a:r>
              <a:rPr sz="5400" b="1" spc="325" dirty="0">
                <a:solidFill>
                  <a:srgbClr val="047953"/>
                </a:solidFill>
                <a:latin typeface="Cambria"/>
                <a:cs typeface="Cambria"/>
              </a:rPr>
              <a:t>Analysis</a:t>
            </a:r>
            <a:endParaRPr sz="5400">
              <a:latin typeface="Cambria"/>
              <a:cs typeface="Cambria"/>
            </a:endParaRPr>
          </a:p>
        </p:txBody>
      </p:sp>
      <p:sp>
        <p:nvSpPr>
          <p:cNvPr id="7" name="object 7"/>
          <p:cNvSpPr txBox="1">
            <a:spLocks noGrp="1"/>
          </p:cNvSpPr>
          <p:nvPr>
            <p:ph type="ftr" sz="quarter" idx="5"/>
          </p:nvPr>
        </p:nvSpPr>
        <p:spPr>
          <a:xfrm>
            <a:off x="1747329" y="6464680"/>
            <a:ext cx="1329817" cy="208006"/>
          </a:xfrm>
          <a:prstGeom prst="rect">
            <a:avLst/>
          </a:prstGeom>
        </p:spPr>
        <p:txBody>
          <a:bodyPr vert="horz" wrap="square" lIns="0" tIns="0" rIns="0" bIns="0" rtlCol="0">
            <a:spAutoFit/>
          </a:bodyPr>
          <a:lstStyle/>
          <a:p>
            <a:pPr marL="12700">
              <a:lnSpc>
                <a:spcPts val="1620"/>
              </a:lnSpc>
            </a:pPr>
            <a:r>
              <a:rPr lang="en-US" spc="-10" dirty="0"/>
              <a:t>11</a:t>
            </a:r>
            <a:r>
              <a:rPr spc="-10" dirty="0"/>
              <a:t>/</a:t>
            </a:r>
            <a:r>
              <a:rPr lang="en-US" spc="-10" dirty="0"/>
              <a:t>20</a:t>
            </a:r>
            <a:r>
              <a:rPr spc="-10" dirty="0"/>
              <a:t>/2025</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a:t>
            </a:fld>
            <a:endParaRPr spc="-25" dirty="0"/>
          </a:p>
        </p:txBody>
      </p:sp>
      <p:pic>
        <p:nvPicPr>
          <p:cNvPr id="10" name="Picture 9" descr="A logo of a company&#10;&#10;AI-generated content may be incorrect.">
            <a:extLst>
              <a:ext uri="{FF2B5EF4-FFF2-40B4-BE49-F238E27FC236}">
                <a16:creationId xmlns:a16="http://schemas.microsoft.com/office/drawing/2014/main" id="{35CDF3FF-18F1-8B7F-680F-218C5FC1E6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4088890" y="1028413"/>
            <a:ext cx="3632835" cy="843821"/>
          </a:xfrm>
          <a:prstGeom prst="rect">
            <a:avLst/>
          </a:prstGeom>
        </p:spPr>
        <p:txBody>
          <a:bodyPr vert="horz" wrap="square" lIns="0" tIns="12700" rIns="0" bIns="0" rtlCol="0">
            <a:spAutoFit/>
          </a:bodyPr>
          <a:lstStyle/>
          <a:p>
            <a:pPr marL="12700">
              <a:lnSpc>
                <a:spcPct val="100000"/>
              </a:lnSpc>
              <a:spcBef>
                <a:spcPts val="100"/>
              </a:spcBef>
            </a:pPr>
            <a:r>
              <a:rPr i="1" spc="490" dirty="0">
                <a:solidFill>
                  <a:srgbClr val="336DA8"/>
                </a:solidFill>
                <a:latin typeface="Cambria"/>
                <a:cs typeface="Cambria"/>
              </a:rPr>
              <a:t>Our</a:t>
            </a:r>
            <a:r>
              <a:rPr i="1" spc="320" dirty="0">
                <a:solidFill>
                  <a:srgbClr val="336DA8"/>
                </a:solidFill>
                <a:latin typeface="Cambria"/>
                <a:cs typeface="Cambria"/>
              </a:rPr>
              <a:t> </a:t>
            </a:r>
            <a:r>
              <a:rPr i="1" spc="345" dirty="0">
                <a:solidFill>
                  <a:srgbClr val="336DA8"/>
                </a:solidFill>
                <a:latin typeface="Cambria"/>
                <a:cs typeface="Cambria"/>
              </a:rPr>
              <a:t>Team</a:t>
            </a:r>
            <a:endParaRPr dirty="0">
              <a:latin typeface="Cambria"/>
              <a:cs typeface="Cambria"/>
            </a:endParaRPr>
          </a:p>
        </p:txBody>
      </p:sp>
      <p:sp>
        <p:nvSpPr>
          <p:cNvPr id="9" name="object 9"/>
          <p:cNvSpPr txBox="1"/>
          <p:nvPr/>
        </p:nvSpPr>
        <p:spPr>
          <a:xfrm>
            <a:off x="644448" y="4322445"/>
            <a:ext cx="2058035" cy="312393"/>
          </a:xfrm>
          <a:prstGeom prst="rect">
            <a:avLst/>
          </a:prstGeom>
        </p:spPr>
        <p:txBody>
          <a:bodyPr vert="horz" wrap="square" lIns="0" tIns="12700" rIns="0" bIns="0" rtlCol="0">
            <a:spAutoFit/>
          </a:bodyPr>
          <a:lstStyle/>
          <a:p>
            <a:pPr marL="0" indent="0" algn="l">
              <a:lnSpc>
                <a:spcPts val="2500"/>
              </a:lnSpc>
              <a:buNone/>
            </a:pPr>
            <a:r>
              <a:rPr lang="en-US" b="1" dirty="0">
                <a:solidFill>
                  <a:schemeClr val="tx1"/>
                </a:solidFill>
                <a:latin typeface="Arial" panose="020B0604020202020204" pitchFamily="34" charset="0"/>
                <a:ea typeface="Petrona Bold" pitchFamily="34" charset="-122"/>
                <a:cs typeface="Arial" panose="020B0604020202020204" pitchFamily="34" charset="0"/>
              </a:rPr>
              <a:t>Shokri Mohamed</a:t>
            </a:r>
            <a:endParaRPr lang="en-US" b="1" dirty="0">
              <a:solidFill>
                <a:schemeClr val="tx1"/>
              </a:solidFill>
              <a:latin typeface="Arial" panose="020B0604020202020204" pitchFamily="34" charset="0"/>
              <a:cs typeface="Arial" panose="020B0604020202020204" pitchFamily="34" charset="0"/>
            </a:endParaRPr>
          </a:p>
        </p:txBody>
      </p:sp>
      <p:pic>
        <p:nvPicPr>
          <p:cNvPr id="10" name="object 10">
            <a:hlinkClick r:id="rId2"/>
          </p:cNvPr>
          <p:cNvPicPr/>
          <p:nvPr/>
        </p:nvPicPr>
        <p:blipFill>
          <a:blip r:embed="rId3" cstate="print"/>
          <a:stretch>
            <a:fillRect/>
          </a:stretch>
        </p:blipFill>
        <p:spPr>
          <a:xfrm>
            <a:off x="1367282" y="3923055"/>
            <a:ext cx="376910" cy="376910"/>
          </a:xfrm>
          <a:prstGeom prst="rect">
            <a:avLst/>
          </a:prstGeom>
        </p:spPr>
      </p:pic>
      <p:pic>
        <p:nvPicPr>
          <p:cNvPr id="11" name="object 11">
            <a:hlinkClick r:id="rId4"/>
          </p:cNvPr>
          <p:cNvPicPr/>
          <p:nvPr/>
        </p:nvPicPr>
        <p:blipFill>
          <a:blip r:embed="rId3" cstate="print"/>
          <a:stretch>
            <a:fillRect/>
          </a:stretch>
        </p:blipFill>
        <p:spPr>
          <a:xfrm>
            <a:off x="6792341" y="4588916"/>
            <a:ext cx="376910" cy="376910"/>
          </a:xfrm>
          <a:prstGeom prst="rect">
            <a:avLst/>
          </a:prstGeom>
        </p:spPr>
      </p:pic>
      <p:sp>
        <p:nvSpPr>
          <p:cNvPr id="12" name="object 12"/>
          <p:cNvSpPr txBox="1"/>
          <p:nvPr/>
        </p:nvSpPr>
        <p:spPr>
          <a:xfrm>
            <a:off x="6463282" y="4965826"/>
            <a:ext cx="1258443" cy="312393"/>
          </a:xfrm>
          <a:prstGeom prst="rect">
            <a:avLst/>
          </a:prstGeom>
        </p:spPr>
        <p:txBody>
          <a:bodyPr vert="horz" wrap="square" lIns="0" tIns="12700" rIns="0" bIns="0" rtlCol="0">
            <a:spAutoFit/>
          </a:bodyPr>
          <a:lstStyle/>
          <a:p>
            <a:pPr marL="0" indent="0" algn="l">
              <a:lnSpc>
                <a:spcPts val="2500"/>
              </a:lnSpc>
              <a:buNone/>
            </a:pPr>
            <a:r>
              <a:rPr lang="en-US" b="1" dirty="0">
                <a:solidFill>
                  <a:schemeClr val="tx1"/>
                </a:solidFill>
                <a:latin typeface="Arial" panose="020B0604020202020204" pitchFamily="34" charset="0"/>
                <a:ea typeface="Petrona Bold" pitchFamily="34" charset="-122"/>
                <a:cs typeface="Arial" panose="020B0604020202020204" pitchFamily="34" charset="0"/>
              </a:rPr>
              <a:t>Doha Ezzat</a:t>
            </a:r>
            <a:endParaRPr lang="en-US" b="1" dirty="0">
              <a:solidFill>
                <a:schemeClr val="tx1"/>
              </a:solidFill>
              <a:latin typeface="Arial" panose="020B0604020202020204" pitchFamily="34" charset="0"/>
              <a:cs typeface="Arial" panose="020B0604020202020204" pitchFamily="34" charset="0"/>
            </a:endParaRPr>
          </a:p>
        </p:txBody>
      </p:sp>
      <p:pic>
        <p:nvPicPr>
          <p:cNvPr id="16" name="object 16">
            <a:hlinkClick r:id="rId5"/>
          </p:cNvPr>
          <p:cNvPicPr/>
          <p:nvPr/>
        </p:nvPicPr>
        <p:blipFill>
          <a:blip r:embed="rId3" cstate="print"/>
          <a:stretch>
            <a:fillRect/>
          </a:stretch>
        </p:blipFill>
        <p:spPr>
          <a:xfrm>
            <a:off x="5004054" y="3965561"/>
            <a:ext cx="376910" cy="376910"/>
          </a:xfrm>
          <a:prstGeom prst="rect">
            <a:avLst/>
          </a:prstGeom>
        </p:spPr>
      </p:pic>
      <p:sp>
        <p:nvSpPr>
          <p:cNvPr id="17" name="object 17"/>
          <p:cNvSpPr txBox="1"/>
          <p:nvPr/>
        </p:nvSpPr>
        <p:spPr>
          <a:xfrm>
            <a:off x="4254752" y="4250182"/>
            <a:ext cx="2374648" cy="407291"/>
          </a:xfrm>
          <a:prstGeom prst="rect">
            <a:avLst/>
          </a:prstGeom>
        </p:spPr>
        <p:txBody>
          <a:bodyPr vert="horz" wrap="square" lIns="0" tIns="106680" rIns="0" bIns="0" rtlCol="0">
            <a:spAutoFit/>
          </a:bodyPr>
          <a:lstStyle/>
          <a:p>
            <a:pPr marL="0" indent="0" algn="l">
              <a:lnSpc>
                <a:spcPts val="2500"/>
              </a:lnSpc>
              <a:buNone/>
            </a:pPr>
            <a:r>
              <a:rPr lang="en-US" b="1" dirty="0">
                <a:solidFill>
                  <a:schemeClr val="tx1"/>
                </a:solidFill>
                <a:latin typeface="Arial" panose="020B0604020202020204" pitchFamily="34" charset="0"/>
                <a:ea typeface="Petrona Bold" pitchFamily="34" charset="-122"/>
                <a:cs typeface="Arial" panose="020B0604020202020204" pitchFamily="34" charset="0"/>
              </a:rPr>
              <a:t>Mustafa Abdelhalim</a:t>
            </a:r>
            <a:endParaRPr lang="en-US" b="1" dirty="0">
              <a:solidFill>
                <a:schemeClr val="tx1"/>
              </a:solidFill>
              <a:latin typeface="Arial" panose="020B0604020202020204" pitchFamily="34" charset="0"/>
              <a:cs typeface="Arial" panose="020B0604020202020204" pitchFamily="34" charset="0"/>
            </a:endParaRPr>
          </a:p>
        </p:txBody>
      </p:sp>
      <p:pic>
        <p:nvPicPr>
          <p:cNvPr id="21" name="object 21">
            <a:hlinkClick r:id="rId6"/>
          </p:cNvPr>
          <p:cNvPicPr/>
          <p:nvPr/>
        </p:nvPicPr>
        <p:blipFill>
          <a:blip r:embed="rId3" cstate="print"/>
          <a:stretch>
            <a:fillRect/>
          </a:stretch>
        </p:blipFill>
        <p:spPr>
          <a:xfrm>
            <a:off x="3184017" y="4575200"/>
            <a:ext cx="376910" cy="376910"/>
          </a:xfrm>
          <a:prstGeom prst="rect">
            <a:avLst/>
          </a:prstGeom>
        </p:spPr>
      </p:pic>
      <p:sp>
        <p:nvSpPr>
          <p:cNvPr id="22" name="object 22"/>
          <p:cNvSpPr txBox="1"/>
          <p:nvPr/>
        </p:nvSpPr>
        <p:spPr>
          <a:xfrm>
            <a:off x="2211005" y="4985766"/>
            <a:ext cx="2189480" cy="312393"/>
          </a:xfrm>
          <a:prstGeom prst="rect">
            <a:avLst/>
          </a:prstGeom>
        </p:spPr>
        <p:txBody>
          <a:bodyPr vert="horz" wrap="square" lIns="0" tIns="12700" rIns="0" bIns="0" rtlCol="0">
            <a:spAutoFit/>
          </a:bodyPr>
          <a:lstStyle/>
          <a:p>
            <a:pPr marL="0" indent="0" algn="l">
              <a:lnSpc>
                <a:spcPts val="2500"/>
              </a:lnSpc>
              <a:buNone/>
            </a:pPr>
            <a:r>
              <a:rPr lang="en-US" b="1" dirty="0">
                <a:solidFill>
                  <a:schemeClr val="tx1"/>
                </a:solidFill>
                <a:latin typeface="Arial" panose="020B0604020202020204" pitchFamily="34" charset="0"/>
                <a:ea typeface="Petrona Bold" pitchFamily="34" charset="-122"/>
                <a:cs typeface="Arial" panose="020B0604020202020204" pitchFamily="34" charset="0"/>
              </a:rPr>
              <a:t>Mohamed Alanani</a:t>
            </a:r>
            <a:endParaRPr lang="en-US" b="1" dirty="0">
              <a:solidFill>
                <a:schemeClr val="tx1"/>
              </a:solidFill>
              <a:latin typeface="Arial" panose="020B0604020202020204" pitchFamily="34" charset="0"/>
              <a:cs typeface="Arial" panose="020B0604020202020204" pitchFamily="34" charset="0"/>
            </a:endParaRPr>
          </a:p>
        </p:txBody>
      </p:sp>
      <p:pic>
        <p:nvPicPr>
          <p:cNvPr id="26" name="object 26">
            <a:hlinkClick r:id="rId7"/>
          </p:cNvPr>
          <p:cNvPicPr/>
          <p:nvPr/>
        </p:nvPicPr>
        <p:blipFill>
          <a:blip r:embed="rId3" cstate="print"/>
          <a:stretch>
            <a:fillRect/>
          </a:stretch>
        </p:blipFill>
        <p:spPr>
          <a:xfrm>
            <a:off x="8640826" y="3960139"/>
            <a:ext cx="376910" cy="376910"/>
          </a:xfrm>
          <a:prstGeom prst="rect">
            <a:avLst/>
          </a:prstGeom>
        </p:spPr>
      </p:pic>
      <p:sp>
        <p:nvSpPr>
          <p:cNvPr id="27" name="object 27"/>
          <p:cNvSpPr txBox="1"/>
          <p:nvPr/>
        </p:nvSpPr>
        <p:spPr>
          <a:xfrm>
            <a:off x="7996502" y="4368545"/>
            <a:ext cx="1735128" cy="312393"/>
          </a:xfrm>
          <a:prstGeom prst="rect">
            <a:avLst/>
          </a:prstGeom>
        </p:spPr>
        <p:txBody>
          <a:bodyPr vert="horz" wrap="square" lIns="0" tIns="12700" rIns="0" bIns="0" rtlCol="0">
            <a:spAutoFit/>
          </a:bodyPr>
          <a:lstStyle/>
          <a:p>
            <a:pPr marL="0" indent="0" algn="l">
              <a:lnSpc>
                <a:spcPts val="2500"/>
              </a:lnSpc>
              <a:buNone/>
            </a:pPr>
            <a:r>
              <a:rPr lang="en-US" b="1" dirty="0">
                <a:solidFill>
                  <a:schemeClr val="tx1"/>
                </a:solidFill>
                <a:latin typeface="Arial" panose="020B0604020202020204" pitchFamily="34" charset="0"/>
                <a:ea typeface="Petrona Bold" pitchFamily="34" charset="-122"/>
                <a:cs typeface="Arial" panose="020B0604020202020204" pitchFamily="34" charset="0"/>
              </a:rPr>
              <a:t>Alaa Mahmoud </a:t>
            </a:r>
            <a:endParaRPr lang="en-US" b="1" dirty="0">
              <a:solidFill>
                <a:schemeClr val="tx1"/>
              </a:solidFill>
              <a:latin typeface="Arial" panose="020B0604020202020204" pitchFamily="34" charset="0"/>
              <a:cs typeface="Arial" panose="020B0604020202020204" pitchFamily="34" charset="0"/>
            </a:endParaRPr>
          </a:p>
        </p:txBody>
      </p:sp>
      <p:pic>
        <p:nvPicPr>
          <p:cNvPr id="31" name="object 31">
            <a:hlinkClick r:id="rId8"/>
          </p:cNvPr>
          <p:cNvPicPr/>
          <p:nvPr/>
        </p:nvPicPr>
        <p:blipFill>
          <a:blip r:embed="rId3" cstate="print"/>
          <a:stretch>
            <a:fillRect/>
          </a:stretch>
        </p:blipFill>
        <p:spPr>
          <a:xfrm>
            <a:off x="10499852" y="4545482"/>
            <a:ext cx="376910" cy="376910"/>
          </a:xfrm>
          <a:prstGeom prst="rect">
            <a:avLst/>
          </a:prstGeom>
        </p:spPr>
      </p:pic>
      <p:sp>
        <p:nvSpPr>
          <p:cNvPr id="32" name="object 32"/>
          <p:cNvSpPr txBox="1"/>
          <p:nvPr/>
        </p:nvSpPr>
        <p:spPr>
          <a:xfrm>
            <a:off x="9721342" y="4976571"/>
            <a:ext cx="2189480" cy="311752"/>
          </a:xfrm>
          <a:prstGeom prst="rect">
            <a:avLst/>
          </a:prstGeom>
        </p:spPr>
        <p:txBody>
          <a:bodyPr vert="horz" wrap="square" lIns="0" tIns="12065" rIns="0" bIns="0" rtlCol="0">
            <a:spAutoFit/>
          </a:bodyPr>
          <a:lstStyle/>
          <a:p>
            <a:pPr marL="0" indent="0" algn="l">
              <a:lnSpc>
                <a:spcPts val="2500"/>
              </a:lnSpc>
              <a:buNone/>
            </a:pPr>
            <a:r>
              <a:rPr lang="en-US" b="1" dirty="0">
                <a:solidFill>
                  <a:schemeClr val="tx1"/>
                </a:solidFill>
                <a:latin typeface="Petrona Bold" pitchFamily="34" charset="0"/>
                <a:ea typeface="Petrona Bold" pitchFamily="34" charset="-122"/>
                <a:cs typeface="Petrona Bold" pitchFamily="34" charset="-120"/>
              </a:rPr>
              <a:t>Yasmeen Hammad</a:t>
            </a:r>
            <a:endParaRPr lang="en-US" dirty="0">
              <a:solidFill>
                <a:schemeClr val="tx1"/>
              </a:solidFill>
            </a:endParaRPr>
          </a:p>
        </p:txBody>
      </p:sp>
      <p:sp>
        <p:nvSpPr>
          <p:cNvPr id="33" name="object 33"/>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a:t>
            </a:r>
            <a:r>
              <a:rPr spc="-10" dirty="0"/>
              <a:t>/</a:t>
            </a:r>
            <a:r>
              <a:rPr lang="en-US" spc="-10" dirty="0"/>
              <a:t>20</a:t>
            </a:r>
            <a:r>
              <a:rPr spc="-10" dirty="0"/>
              <a:t>/2025</a:t>
            </a:r>
          </a:p>
        </p:txBody>
      </p:sp>
      <p:sp>
        <p:nvSpPr>
          <p:cNvPr id="34" name="object 3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a:t>
            </a:fld>
            <a:endParaRPr spc="-25" dirty="0"/>
          </a:p>
        </p:txBody>
      </p:sp>
      <p:pic>
        <p:nvPicPr>
          <p:cNvPr id="35" name="Picture 34" descr="A logo of a company&#10;&#10;AI-generated content may be incorrect.">
            <a:extLst>
              <a:ext uri="{FF2B5EF4-FFF2-40B4-BE49-F238E27FC236}">
                <a16:creationId xmlns:a16="http://schemas.microsoft.com/office/drawing/2014/main" id="{3B7F2B04-9EF9-459D-C485-F9701E9DB76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07923" y="2739770"/>
            <a:ext cx="3848100" cy="1353820"/>
          </a:xfrm>
          <a:prstGeom prst="rect">
            <a:avLst/>
          </a:prstGeom>
          <a:solidFill>
            <a:srgbClr val="4471C4"/>
          </a:solidFill>
          <a:ln w="25400">
            <a:solidFill>
              <a:srgbClr val="172C51"/>
            </a:solidFill>
          </a:ln>
        </p:spPr>
        <p:txBody>
          <a:bodyPr vert="horz" wrap="square" lIns="0" tIns="211454" rIns="0" bIns="0" rtlCol="0">
            <a:spAutoFit/>
          </a:bodyPr>
          <a:lstStyle/>
          <a:p>
            <a:pPr marL="203200" algn="ctr">
              <a:lnSpc>
                <a:spcPct val="100000"/>
              </a:lnSpc>
              <a:spcBef>
                <a:spcPts val="1664"/>
              </a:spcBef>
            </a:pPr>
            <a:r>
              <a:rPr sz="6000" b="1" spc="-10" dirty="0">
                <a:solidFill>
                  <a:srgbClr val="FFF8F3"/>
                </a:solidFill>
                <a:latin typeface="Georgia"/>
                <a:cs typeface="Georgia"/>
              </a:rPr>
              <a:t>Agenda</a:t>
            </a:r>
            <a:endParaRPr sz="6000">
              <a:latin typeface="Georgia"/>
              <a:cs typeface="Georgia"/>
            </a:endParaRPr>
          </a:p>
        </p:txBody>
      </p:sp>
      <p:sp>
        <p:nvSpPr>
          <p:cNvPr id="6" name="object 6"/>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a:t>
            </a:r>
            <a:r>
              <a:rPr spc="-10" dirty="0"/>
              <a:t>/</a:t>
            </a:r>
            <a:r>
              <a:rPr lang="en-US" spc="-10" dirty="0"/>
              <a:t>20</a:t>
            </a:r>
            <a:r>
              <a:rPr spc="-10" dirty="0"/>
              <a:t>/2025</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3</a:t>
            </a:fld>
            <a:endParaRPr spc="-25" dirty="0"/>
          </a:p>
        </p:txBody>
      </p:sp>
      <p:sp>
        <p:nvSpPr>
          <p:cNvPr id="4" name="object 4"/>
          <p:cNvSpPr txBox="1">
            <a:spLocks noGrp="1"/>
          </p:cNvSpPr>
          <p:nvPr>
            <p:ph type="title"/>
          </p:nvPr>
        </p:nvSpPr>
        <p:spPr>
          <a:xfrm>
            <a:off x="5057013" y="1237944"/>
            <a:ext cx="5001387" cy="525144"/>
          </a:xfrm>
          <a:prstGeom prst="rect">
            <a:avLst/>
          </a:prstGeom>
        </p:spPr>
        <p:txBody>
          <a:bodyPr vert="horz" wrap="square" lIns="0" tIns="17145" rIns="0" bIns="0" rtlCol="0">
            <a:spAutoFit/>
          </a:bodyPr>
          <a:lstStyle/>
          <a:p>
            <a:pPr marL="12700">
              <a:lnSpc>
                <a:spcPct val="100000"/>
              </a:lnSpc>
              <a:spcBef>
                <a:spcPts val="135"/>
              </a:spcBef>
            </a:pPr>
            <a:r>
              <a:rPr sz="3300" spc="-60" dirty="0">
                <a:solidFill>
                  <a:srgbClr val="252525"/>
                </a:solidFill>
                <a:latin typeface="Calibri"/>
                <a:cs typeface="Calibri"/>
              </a:rPr>
              <a:t>1.</a:t>
            </a:r>
            <a:r>
              <a:rPr sz="3300" spc="-195" dirty="0">
                <a:solidFill>
                  <a:srgbClr val="252525"/>
                </a:solidFill>
                <a:latin typeface="Calibri"/>
                <a:cs typeface="Calibri"/>
              </a:rPr>
              <a:t> </a:t>
            </a:r>
            <a:r>
              <a:rPr sz="3300" spc="-120" dirty="0">
                <a:solidFill>
                  <a:srgbClr val="252525"/>
                </a:solidFill>
                <a:latin typeface="Calibri"/>
                <a:cs typeface="Calibri"/>
              </a:rPr>
              <a:t>Introduction</a:t>
            </a:r>
            <a:r>
              <a:rPr sz="3300" spc="-160" dirty="0">
                <a:solidFill>
                  <a:srgbClr val="252525"/>
                </a:solidFill>
                <a:latin typeface="Calibri"/>
                <a:cs typeface="Calibri"/>
              </a:rPr>
              <a:t> </a:t>
            </a:r>
            <a:r>
              <a:rPr sz="3300" spc="-85" dirty="0">
                <a:solidFill>
                  <a:srgbClr val="252525"/>
                </a:solidFill>
                <a:latin typeface="Calibri"/>
                <a:cs typeface="Calibri"/>
              </a:rPr>
              <a:t>and</a:t>
            </a:r>
            <a:r>
              <a:rPr sz="3300" spc="-180" dirty="0">
                <a:solidFill>
                  <a:srgbClr val="252525"/>
                </a:solidFill>
                <a:latin typeface="Calibri"/>
                <a:cs typeface="Calibri"/>
              </a:rPr>
              <a:t> </a:t>
            </a:r>
            <a:r>
              <a:rPr lang="en-US" sz="3300" spc="-85" dirty="0">
                <a:solidFill>
                  <a:srgbClr val="252525"/>
                </a:solidFill>
                <a:latin typeface="Calibri"/>
                <a:cs typeface="Calibri"/>
              </a:rPr>
              <a:t>Overview</a:t>
            </a:r>
            <a:endParaRPr sz="3300" dirty="0">
              <a:latin typeface="Calibri"/>
              <a:cs typeface="Calibri"/>
            </a:endParaRPr>
          </a:p>
        </p:txBody>
      </p:sp>
      <p:sp>
        <p:nvSpPr>
          <p:cNvPr id="5" name="object 5"/>
          <p:cNvSpPr txBox="1"/>
          <p:nvPr/>
        </p:nvSpPr>
        <p:spPr>
          <a:xfrm>
            <a:off x="5057012" y="1750557"/>
            <a:ext cx="5534788" cy="4060727"/>
          </a:xfrm>
          <a:prstGeom prst="rect">
            <a:avLst/>
          </a:prstGeom>
        </p:spPr>
        <p:txBody>
          <a:bodyPr vert="horz" wrap="square" lIns="0" tIns="81915" rIns="0" bIns="0" rtlCol="0">
            <a:spAutoFit/>
          </a:bodyPr>
          <a:lstStyle/>
          <a:p>
            <a:pPr marL="390525" indent="-377825">
              <a:lnSpc>
                <a:spcPct val="100000"/>
              </a:lnSpc>
              <a:spcBef>
                <a:spcPts val="645"/>
              </a:spcBef>
              <a:buAutoNum type="arabicPeriod" startAt="2"/>
              <a:tabLst>
                <a:tab pos="390525" algn="l"/>
              </a:tabLst>
            </a:pPr>
            <a:r>
              <a:rPr lang="en-US" sz="3300" b="1" spc="-210" dirty="0">
                <a:solidFill>
                  <a:srgbClr val="252525"/>
                </a:solidFill>
                <a:latin typeface="Calibri"/>
                <a:cs typeface="Calibri"/>
              </a:rPr>
              <a:t> D</a:t>
            </a:r>
            <a:r>
              <a:rPr sz="3300" b="1" spc="-10" dirty="0">
                <a:solidFill>
                  <a:srgbClr val="252525"/>
                </a:solidFill>
                <a:latin typeface="Calibri"/>
                <a:cs typeface="Calibri"/>
              </a:rPr>
              <a:t>ataset</a:t>
            </a:r>
            <a:r>
              <a:rPr lang="en-US" sz="3300" b="1" spc="-10" dirty="0">
                <a:solidFill>
                  <a:srgbClr val="252525"/>
                </a:solidFill>
                <a:latin typeface="Calibri"/>
                <a:cs typeface="Calibri"/>
              </a:rPr>
              <a:t> Overview</a:t>
            </a:r>
            <a:endParaRPr sz="3300" dirty="0">
              <a:latin typeface="Calibri"/>
              <a:cs typeface="Calibri"/>
            </a:endParaRPr>
          </a:p>
          <a:p>
            <a:pPr marL="390525" indent="-377825">
              <a:lnSpc>
                <a:spcPct val="100000"/>
              </a:lnSpc>
              <a:spcBef>
                <a:spcPts val="555"/>
              </a:spcBef>
              <a:buAutoNum type="arabicPeriod" startAt="2"/>
              <a:tabLst>
                <a:tab pos="390525" algn="l"/>
              </a:tabLst>
            </a:pPr>
            <a:r>
              <a:rPr lang="en-US" sz="3300" b="1" spc="-110" dirty="0">
                <a:solidFill>
                  <a:srgbClr val="252525"/>
                </a:solidFill>
                <a:latin typeface="Calibri"/>
                <a:cs typeface="Calibri"/>
              </a:rPr>
              <a:t>Data Exploration</a:t>
            </a:r>
            <a:endParaRPr sz="3300" dirty="0">
              <a:latin typeface="Calibri"/>
              <a:cs typeface="Calibri"/>
            </a:endParaRPr>
          </a:p>
          <a:p>
            <a:pPr marL="390525" indent="-377825">
              <a:lnSpc>
                <a:spcPct val="100000"/>
              </a:lnSpc>
              <a:spcBef>
                <a:spcPts val="615"/>
              </a:spcBef>
              <a:buAutoNum type="arabicPeriod" startAt="2"/>
              <a:tabLst>
                <a:tab pos="390525" algn="l"/>
              </a:tabLst>
            </a:pPr>
            <a:r>
              <a:rPr lang="en-US" sz="3300" b="1" spc="-90" dirty="0">
                <a:solidFill>
                  <a:srgbClr val="252525"/>
                </a:solidFill>
                <a:latin typeface="Calibri"/>
                <a:cs typeface="Calibri"/>
              </a:rPr>
              <a:t>Data Cleaning</a:t>
            </a:r>
            <a:endParaRPr sz="3300" dirty="0">
              <a:latin typeface="Calibri"/>
              <a:cs typeface="Calibri"/>
            </a:endParaRPr>
          </a:p>
          <a:p>
            <a:pPr marL="390525" indent="-377825">
              <a:lnSpc>
                <a:spcPct val="100000"/>
              </a:lnSpc>
              <a:spcBef>
                <a:spcPts val="615"/>
              </a:spcBef>
              <a:buAutoNum type="arabicPeriod" startAt="2"/>
              <a:tabLst>
                <a:tab pos="390525" algn="l"/>
              </a:tabLst>
            </a:pPr>
            <a:r>
              <a:rPr lang="en-US" sz="3300" b="1" spc="-90" dirty="0">
                <a:solidFill>
                  <a:srgbClr val="252525"/>
                </a:solidFill>
                <a:latin typeface="Calibri"/>
                <a:cs typeface="Calibri"/>
              </a:rPr>
              <a:t>Data</a:t>
            </a:r>
            <a:r>
              <a:rPr lang="en-US" sz="3300" b="1" spc="-195" dirty="0">
                <a:solidFill>
                  <a:srgbClr val="252525"/>
                </a:solidFill>
                <a:latin typeface="Calibri"/>
                <a:cs typeface="Calibri"/>
              </a:rPr>
              <a:t> </a:t>
            </a:r>
            <a:r>
              <a:rPr lang="en-US" sz="3300" b="1" spc="-10" dirty="0">
                <a:solidFill>
                  <a:srgbClr val="252525"/>
                </a:solidFill>
                <a:latin typeface="Calibri"/>
                <a:cs typeface="Calibri"/>
              </a:rPr>
              <a:t>Modeling</a:t>
            </a:r>
            <a:endParaRPr lang="en-US" sz="3300" dirty="0">
              <a:latin typeface="Calibri"/>
              <a:cs typeface="Calibri"/>
            </a:endParaRPr>
          </a:p>
          <a:p>
            <a:pPr marL="390525" indent="-377825">
              <a:lnSpc>
                <a:spcPct val="100000"/>
              </a:lnSpc>
              <a:spcBef>
                <a:spcPts val="705"/>
              </a:spcBef>
              <a:buAutoNum type="arabicPeriod" startAt="2"/>
              <a:tabLst>
                <a:tab pos="390525" algn="l"/>
              </a:tabLst>
            </a:pPr>
            <a:r>
              <a:rPr sz="3300" b="1" spc="-114" dirty="0">
                <a:solidFill>
                  <a:srgbClr val="252525"/>
                </a:solidFill>
                <a:latin typeface="Calibri"/>
                <a:cs typeface="Calibri"/>
              </a:rPr>
              <a:t>Visualization</a:t>
            </a:r>
            <a:r>
              <a:rPr sz="3300" b="1" spc="-85" dirty="0">
                <a:solidFill>
                  <a:srgbClr val="252525"/>
                </a:solidFill>
                <a:latin typeface="Calibri"/>
                <a:cs typeface="Calibri"/>
              </a:rPr>
              <a:t> </a:t>
            </a:r>
            <a:r>
              <a:rPr sz="3300" b="1" spc="-10" dirty="0">
                <a:solidFill>
                  <a:srgbClr val="252525"/>
                </a:solidFill>
                <a:latin typeface="Calibri"/>
                <a:cs typeface="Calibri"/>
              </a:rPr>
              <a:t>Dashboards</a:t>
            </a:r>
            <a:endParaRPr sz="3300" dirty="0">
              <a:latin typeface="Calibri"/>
              <a:cs typeface="Calibri"/>
            </a:endParaRPr>
          </a:p>
          <a:p>
            <a:pPr marL="390525" indent="-377825">
              <a:lnSpc>
                <a:spcPct val="100000"/>
              </a:lnSpc>
              <a:spcBef>
                <a:spcPts val="340"/>
              </a:spcBef>
              <a:buAutoNum type="arabicPeriod" startAt="2"/>
              <a:tabLst>
                <a:tab pos="390525" algn="l"/>
              </a:tabLst>
            </a:pPr>
            <a:r>
              <a:rPr sz="3300" b="1" spc="-10" dirty="0">
                <a:solidFill>
                  <a:srgbClr val="252525"/>
                </a:solidFill>
                <a:latin typeface="Calibri"/>
                <a:cs typeface="Calibri"/>
              </a:rPr>
              <a:t>Conclusion</a:t>
            </a:r>
            <a:endParaRPr sz="3300" dirty="0">
              <a:latin typeface="Calibri"/>
              <a:cs typeface="Calibri"/>
            </a:endParaRPr>
          </a:p>
          <a:p>
            <a:pPr marL="390525" indent="-377825">
              <a:lnSpc>
                <a:spcPct val="100000"/>
              </a:lnSpc>
              <a:spcBef>
                <a:spcPts val="160"/>
              </a:spcBef>
              <a:buAutoNum type="arabicPeriod" startAt="2"/>
              <a:tabLst>
                <a:tab pos="390525" algn="l"/>
              </a:tabLst>
            </a:pPr>
            <a:r>
              <a:rPr sz="3300" b="1" spc="-45" dirty="0">
                <a:solidFill>
                  <a:srgbClr val="252525"/>
                </a:solidFill>
                <a:latin typeface="Calibri"/>
                <a:cs typeface="Calibri"/>
              </a:rPr>
              <a:t>Recommendations</a:t>
            </a:r>
            <a:endParaRPr sz="3300" dirty="0">
              <a:latin typeface="Calibri"/>
              <a:cs typeface="Calibri"/>
            </a:endParaRPr>
          </a:p>
        </p:txBody>
      </p:sp>
      <p:pic>
        <p:nvPicPr>
          <p:cNvPr id="8" name="Picture 7" descr="A logo of a company&#10;&#10;AI-generated content may be incorrect.">
            <a:extLst>
              <a:ext uri="{FF2B5EF4-FFF2-40B4-BE49-F238E27FC236}">
                <a16:creationId xmlns:a16="http://schemas.microsoft.com/office/drawing/2014/main" id="{545E8333-1857-6603-8DFE-D569B2DBBF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25476" rIns="0" bIns="0" rtlCol="0">
            <a:spAutoFit/>
          </a:bodyPr>
          <a:lstStyle/>
          <a:p>
            <a:pPr marL="1477645">
              <a:lnSpc>
                <a:spcPct val="100000"/>
              </a:lnSpc>
              <a:spcBef>
                <a:spcPts val="100"/>
              </a:spcBef>
            </a:pPr>
            <a:r>
              <a:rPr u="sng" spc="-10" dirty="0">
                <a:solidFill>
                  <a:srgbClr val="336DA8"/>
                </a:solidFill>
                <a:uFill>
                  <a:solidFill>
                    <a:srgbClr val="336DA8"/>
                  </a:solidFill>
                </a:uFill>
              </a:rPr>
              <a:t>Introduction</a:t>
            </a:r>
          </a:p>
        </p:txBody>
      </p:sp>
      <p:sp>
        <p:nvSpPr>
          <p:cNvPr id="5" name="object 5"/>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a:t>
            </a:r>
            <a:r>
              <a:rPr spc="-10" dirty="0"/>
              <a:t>/</a:t>
            </a:r>
            <a:r>
              <a:rPr lang="en-US" spc="-10" dirty="0"/>
              <a:t>20</a:t>
            </a:r>
            <a:r>
              <a:rPr spc="-10" dirty="0"/>
              <a:t>/2025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4</a:t>
            </a:fld>
            <a:endParaRPr spc="-25" dirty="0"/>
          </a:p>
        </p:txBody>
      </p:sp>
      <p:pic>
        <p:nvPicPr>
          <p:cNvPr id="7" name="Picture 6" descr="A logo of a company&#10;&#10;AI-generated content may be incorrect.">
            <a:extLst>
              <a:ext uri="{FF2B5EF4-FFF2-40B4-BE49-F238E27FC236}">
                <a16:creationId xmlns:a16="http://schemas.microsoft.com/office/drawing/2014/main" id="{6BE0471B-982D-6FE1-8CAD-77347A0318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
        <p:nvSpPr>
          <p:cNvPr id="10" name="TextBox 9">
            <a:extLst>
              <a:ext uri="{FF2B5EF4-FFF2-40B4-BE49-F238E27FC236}">
                <a16:creationId xmlns:a16="http://schemas.microsoft.com/office/drawing/2014/main" id="{09ADE304-FD2A-0DFF-D93D-9F0484F8B4C0}"/>
              </a:ext>
            </a:extLst>
          </p:cNvPr>
          <p:cNvSpPr txBox="1"/>
          <p:nvPr/>
        </p:nvSpPr>
        <p:spPr>
          <a:xfrm>
            <a:off x="1295400" y="1600200"/>
            <a:ext cx="2819400" cy="461665"/>
          </a:xfrm>
          <a:prstGeom prst="rect">
            <a:avLst/>
          </a:prstGeom>
          <a:noFill/>
        </p:spPr>
        <p:txBody>
          <a:bodyPr wrap="square" rtlCol="0">
            <a:spAutoFit/>
          </a:bodyPr>
          <a:lstStyle/>
          <a:p>
            <a:r>
              <a:rPr lang="en-US" sz="2400" b="1" dirty="0"/>
              <a:t>Project Idea:</a:t>
            </a:r>
          </a:p>
        </p:txBody>
      </p:sp>
      <p:sp>
        <p:nvSpPr>
          <p:cNvPr id="11" name="TextBox 10">
            <a:extLst>
              <a:ext uri="{FF2B5EF4-FFF2-40B4-BE49-F238E27FC236}">
                <a16:creationId xmlns:a16="http://schemas.microsoft.com/office/drawing/2014/main" id="{B60D446D-A239-C3EB-42C9-1D4BDB0EBF68}"/>
              </a:ext>
            </a:extLst>
          </p:cNvPr>
          <p:cNvSpPr txBox="1"/>
          <p:nvPr/>
        </p:nvSpPr>
        <p:spPr>
          <a:xfrm>
            <a:off x="1295400" y="2133937"/>
            <a:ext cx="8610600" cy="1477328"/>
          </a:xfrm>
          <a:prstGeom prst="rect">
            <a:avLst/>
          </a:prstGeom>
          <a:noFill/>
        </p:spPr>
        <p:txBody>
          <a:bodyPr wrap="square" rtlCol="0">
            <a:spAutoFit/>
          </a:bodyPr>
          <a:lstStyle/>
          <a:p>
            <a:r>
              <a:rPr lang="en-US" dirty="0"/>
              <a:t>An interactive data analytics project that provides clear insights into sales performance, customer behavior, and shipping efficiency using </a:t>
            </a:r>
            <a:r>
              <a:rPr lang="en-US" b="1" dirty="0"/>
              <a:t>Power BI</a:t>
            </a:r>
            <a:r>
              <a:rPr lang="en-US" dirty="0"/>
              <a:t>, </a:t>
            </a:r>
            <a:r>
              <a:rPr lang="en-US" b="1" dirty="0"/>
              <a:t>Python</a:t>
            </a:r>
            <a:r>
              <a:rPr lang="en-US" dirty="0"/>
              <a:t>, and </a:t>
            </a:r>
            <a:r>
              <a:rPr lang="en-US" b="1" dirty="0"/>
              <a:t>Excel.</a:t>
            </a:r>
            <a:br>
              <a:rPr lang="en-US" dirty="0"/>
            </a:br>
            <a:r>
              <a:rPr lang="en-US" dirty="0"/>
              <a:t>The dashboard helps decision-makers identify trends, evaluate performance, and optimize business strategies based on real data.</a:t>
            </a:r>
          </a:p>
        </p:txBody>
      </p:sp>
      <p:sp>
        <p:nvSpPr>
          <p:cNvPr id="12" name="TextBox 11">
            <a:extLst>
              <a:ext uri="{FF2B5EF4-FFF2-40B4-BE49-F238E27FC236}">
                <a16:creationId xmlns:a16="http://schemas.microsoft.com/office/drawing/2014/main" id="{2CC64872-E743-7307-67C3-CF99DC6B47DF}"/>
              </a:ext>
            </a:extLst>
          </p:cNvPr>
          <p:cNvSpPr txBox="1"/>
          <p:nvPr/>
        </p:nvSpPr>
        <p:spPr>
          <a:xfrm>
            <a:off x="1295400" y="3874685"/>
            <a:ext cx="2667000" cy="461665"/>
          </a:xfrm>
          <a:prstGeom prst="rect">
            <a:avLst/>
          </a:prstGeom>
          <a:noFill/>
        </p:spPr>
        <p:txBody>
          <a:bodyPr wrap="square" rtlCol="0">
            <a:spAutoFit/>
          </a:bodyPr>
          <a:lstStyle/>
          <a:p>
            <a:r>
              <a:rPr lang="en-US" sz="2400" b="1" dirty="0"/>
              <a:t>Project Scope:</a:t>
            </a:r>
          </a:p>
        </p:txBody>
      </p:sp>
      <p:sp>
        <p:nvSpPr>
          <p:cNvPr id="13" name="TextBox 12">
            <a:extLst>
              <a:ext uri="{FF2B5EF4-FFF2-40B4-BE49-F238E27FC236}">
                <a16:creationId xmlns:a16="http://schemas.microsoft.com/office/drawing/2014/main" id="{40923214-2BC1-9C6E-E412-EB3ED0DD3905}"/>
              </a:ext>
            </a:extLst>
          </p:cNvPr>
          <p:cNvSpPr txBox="1"/>
          <p:nvPr/>
        </p:nvSpPr>
        <p:spPr>
          <a:xfrm>
            <a:off x="1295400" y="4346551"/>
            <a:ext cx="8382000" cy="1703030"/>
          </a:xfrm>
          <a:prstGeom prst="rect">
            <a:avLst/>
          </a:prstGeom>
          <a:noFill/>
        </p:spPr>
        <p:txBody>
          <a:bodyPr wrap="square" rtlCol="0">
            <a:spAutoFit/>
          </a:bodyPr>
          <a:lstStyle/>
          <a:p>
            <a:pPr marL="342900" indent="-342900">
              <a:lnSpc>
                <a:spcPct val="150000"/>
              </a:lnSpc>
              <a:buFont typeface="+mj-lt"/>
              <a:buAutoNum type="arabicPeriod"/>
            </a:pPr>
            <a:r>
              <a:rPr lang="en-US" b="1" dirty="0"/>
              <a:t>Sales Performance</a:t>
            </a:r>
            <a:r>
              <a:rPr lang="en-US" dirty="0"/>
              <a:t> – Identify top-selling products, categories, and regions.</a:t>
            </a:r>
          </a:p>
          <a:p>
            <a:pPr marL="342900" indent="-342900">
              <a:lnSpc>
                <a:spcPct val="150000"/>
              </a:lnSpc>
              <a:buFont typeface="+mj-lt"/>
              <a:buAutoNum type="arabicPeriod"/>
            </a:pPr>
            <a:r>
              <a:rPr lang="en-US" b="1" dirty="0"/>
              <a:t>Customer Insights</a:t>
            </a:r>
            <a:r>
              <a:rPr lang="en-US" dirty="0"/>
              <a:t> – Segment customers by purchasing behavior.</a:t>
            </a:r>
          </a:p>
          <a:p>
            <a:pPr marL="342900" indent="-342900">
              <a:lnSpc>
                <a:spcPct val="150000"/>
              </a:lnSpc>
              <a:buFont typeface="+mj-lt"/>
              <a:buAutoNum type="arabicPeriod"/>
            </a:pPr>
            <a:r>
              <a:rPr lang="en-US" b="1" dirty="0"/>
              <a:t>Shipping Analysis</a:t>
            </a:r>
            <a:r>
              <a:rPr lang="en-US" dirty="0"/>
              <a:t> – Assess delivery performance and detect inefficiencies.</a:t>
            </a:r>
          </a:p>
          <a:p>
            <a:pPr marL="342900" indent="-342900">
              <a:lnSpc>
                <a:spcPct val="150000"/>
              </a:lnSpc>
              <a:buFont typeface="+mj-lt"/>
              <a:buAutoNum type="arabicPeriod"/>
            </a:pPr>
            <a:r>
              <a:rPr lang="en-US" b="1" dirty="0"/>
              <a:t>Regional Trends</a:t>
            </a:r>
            <a:r>
              <a:rPr lang="en-US" dirty="0"/>
              <a:t> – Compare sales performance across locations.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239514" y="472262"/>
            <a:ext cx="3390648" cy="843821"/>
          </a:xfrm>
          <a:prstGeom prst="rect">
            <a:avLst/>
          </a:prstGeom>
        </p:spPr>
        <p:txBody>
          <a:bodyPr vert="horz" wrap="square" lIns="0" tIns="12700" rIns="0" bIns="0" rtlCol="0">
            <a:spAutoFit/>
          </a:bodyPr>
          <a:lstStyle/>
          <a:p>
            <a:pPr marL="12700">
              <a:lnSpc>
                <a:spcPct val="100000"/>
              </a:lnSpc>
              <a:spcBef>
                <a:spcPts val="100"/>
              </a:spcBef>
            </a:pPr>
            <a:r>
              <a:rPr lang="en-US" u="sng" spc="-160" dirty="0">
                <a:solidFill>
                  <a:srgbClr val="336DA8"/>
                </a:solidFill>
                <a:uFill>
                  <a:solidFill>
                    <a:srgbClr val="336DA8"/>
                  </a:solidFill>
                </a:uFill>
              </a:rPr>
              <a:t>Overview</a:t>
            </a:r>
            <a:endParaRPr dirty="0"/>
          </a:p>
        </p:txBody>
      </p:sp>
      <p:sp>
        <p:nvSpPr>
          <p:cNvPr id="5" name="object 5"/>
          <p:cNvSpPr txBox="1">
            <a:spLocks noGrp="1"/>
          </p:cNvSpPr>
          <p:nvPr>
            <p:ph type="ftr" sz="quarter" idx="5"/>
          </p:nvPr>
        </p:nvSpPr>
        <p:spPr>
          <a:xfrm>
            <a:off x="1762125" y="6443726"/>
            <a:ext cx="981075" cy="208006"/>
          </a:xfrm>
          <a:prstGeom prst="rect">
            <a:avLst/>
          </a:prstGeom>
        </p:spPr>
        <p:txBody>
          <a:bodyPr vert="horz" wrap="square" lIns="0" tIns="0" rIns="0" bIns="0" rtlCol="0">
            <a:spAutoFit/>
          </a:bodyPr>
          <a:lstStyle/>
          <a:p>
            <a:pPr marL="12700">
              <a:lnSpc>
                <a:spcPts val="1620"/>
              </a:lnSpc>
            </a:pPr>
            <a:r>
              <a:rPr lang="en-US" spc="-10" dirty="0"/>
              <a:t>11</a:t>
            </a:r>
            <a:r>
              <a:rPr spc="-10" dirty="0"/>
              <a:t>/</a:t>
            </a:r>
            <a:r>
              <a:rPr lang="en-US" spc="-10" dirty="0"/>
              <a:t>20</a:t>
            </a:r>
            <a:r>
              <a:rPr spc="-10" dirty="0"/>
              <a:t>/2025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5</a:t>
            </a:fld>
            <a:endParaRPr spc="-25" dirty="0"/>
          </a:p>
        </p:txBody>
      </p:sp>
      <p:pic>
        <p:nvPicPr>
          <p:cNvPr id="7" name="Picture 6" descr="A logo of a company&#10;&#10;AI-generated content may be incorrect.">
            <a:extLst>
              <a:ext uri="{FF2B5EF4-FFF2-40B4-BE49-F238E27FC236}">
                <a16:creationId xmlns:a16="http://schemas.microsoft.com/office/drawing/2014/main" id="{BF511C46-EC27-5159-A038-FF343D25F4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
        <p:nvSpPr>
          <p:cNvPr id="8" name="TextBox 7">
            <a:extLst>
              <a:ext uri="{FF2B5EF4-FFF2-40B4-BE49-F238E27FC236}">
                <a16:creationId xmlns:a16="http://schemas.microsoft.com/office/drawing/2014/main" id="{10BCE672-2405-2832-DEA3-98488B31FEF5}"/>
              </a:ext>
            </a:extLst>
          </p:cNvPr>
          <p:cNvSpPr txBox="1"/>
          <p:nvPr/>
        </p:nvSpPr>
        <p:spPr>
          <a:xfrm>
            <a:off x="1447800" y="1981200"/>
            <a:ext cx="3114040" cy="461665"/>
          </a:xfrm>
          <a:prstGeom prst="rect">
            <a:avLst/>
          </a:prstGeom>
          <a:noFill/>
        </p:spPr>
        <p:txBody>
          <a:bodyPr wrap="square" rtlCol="0">
            <a:spAutoFit/>
          </a:bodyPr>
          <a:lstStyle/>
          <a:p>
            <a:r>
              <a:rPr lang="en-US" sz="2400" b="1" dirty="0"/>
              <a:t>Project Goal:</a:t>
            </a:r>
            <a:endParaRPr lang="en-US" b="1" dirty="0"/>
          </a:p>
        </p:txBody>
      </p:sp>
      <p:sp>
        <p:nvSpPr>
          <p:cNvPr id="9" name="TextBox 8">
            <a:extLst>
              <a:ext uri="{FF2B5EF4-FFF2-40B4-BE49-F238E27FC236}">
                <a16:creationId xmlns:a16="http://schemas.microsoft.com/office/drawing/2014/main" id="{5CDC26E2-2323-741F-6F66-8E0C96273CF5}"/>
              </a:ext>
            </a:extLst>
          </p:cNvPr>
          <p:cNvSpPr txBox="1"/>
          <p:nvPr/>
        </p:nvSpPr>
        <p:spPr>
          <a:xfrm>
            <a:off x="1438835" y="2590800"/>
            <a:ext cx="9608311" cy="2554545"/>
          </a:xfrm>
          <a:prstGeom prst="rect">
            <a:avLst/>
          </a:prstGeom>
          <a:noFill/>
        </p:spPr>
        <p:txBody>
          <a:bodyPr wrap="square" rtlCol="0">
            <a:spAutoFit/>
          </a:bodyPr>
          <a:lstStyle/>
          <a:p>
            <a:r>
              <a:rPr lang="en-US" sz="2000" dirty="0"/>
              <a:t>The goal of this project is to transform raw, unstructured sales data into meaningful, actionable business insights through a complete data analytics workflow. This includes exploring and cleaning the dataset using Python and Excel, creating optimized data models, and building an interactive Power BI dashboard that enables decision-makers to monitor performance, identify trends, and solve key business problems. By automating manual analysis and presenting insights visually, the project aims to support faster, more accurate, and data-driven decision-making across the business.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89910" y="629234"/>
            <a:ext cx="5879465" cy="848994"/>
          </a:xfrm>
          <a:prstGeom prst="rect">
            <a:avLst/>
          </a:prstGeom>
        </p:spPr>
        <p:txBody>
          <a:bodyPr vert="horz" wrap="square" lIns="0" tIns="12700" rIns="0" bIns="0" rtlCol="0">
            <a:spAutoFit/>
          </a:bodyPr>
          <a:lstStyle/>
          <a:p>
            <a:pPr marL="12700">
              <a:lnSpc>
                <a:spcPct val="100000"/>
              </a:lnSpc>
              <a:spcBef>
                <a:spcPts val="100"/>
              </a:spcBef>
            </a:pPr>
            <a:r>
              <a:rPr u="sng" spc="90" dirty="0">
                <a:solidFill>
                  <a:srgbClr val="336DA8"/>
                </a:solidFill>
                <a:uFill>
                  <a:solidFill>
                    <a:srgbClr val="336DA8"/>
                  </a:solidFill>
                </a:uFill>
              </a:rPr>
              <a:t>Dataset</a:t>
            </a:r>
            <a:r>
              <a:rPr u="sng" spc="-125" dirty="0">
                <a:solidFill>
                  <a:srgbClr val="336DA8"/>
                </a:solidFill>
                <a:uFill>
                  <a:solidFill>
                    <a:srgbClr val="336DA8"/>
                  </a:solidFill>
                </a:uFill>
              </a:rPr>
              <a:t> </a:t>
            </a:r>
            <a:r>
              <a:rPr u="sng" spc="-10" dirty="0">
                <a:solidFill>
                  <a:srgbClr val="336DA8"/>
                </a:solidFill>
                <a:uFill>
                  <a:solidFill>
                    <a:srgbClr val="336DA8"/>
                  </a:solidFill>
                </a:uFill>
              </a:rPr>
              <a:t>Overview</a:t>
            </a:r>
          </a:p>
        </p:txBody>
      </p:sp>
      <p:sp>
        <p:nvSpPr>
          <p:cNvPr id="6" name="object 6"/>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a:t>
            </a:r>
            <a:r>
              <a:rPr spc="-10" dirty="0"/>
              <a:t>/</a:t>
            </a:r>
            <a:r>
              <a:rPr lang="en-US" spc="-10" dirty="0"/>
              <a:t>20</a:t>
            </a:r>
            <a:r>
              <a:rPr spc="-10" dirty="0"/>
              <a:t>/2025</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6</a:t>
            </a:fld>
            <a:endParaRPr spc="-25" dirty="0"/>
          </a:p>
        </p:txBody>
      </p:sp>
      <p:pic>
        <p:nvPicPr>
          <p:cNvPr id="8" name="Picture 7" descr="A logo of a company&#10;&#10;AI-generated content may be incorrect.">
            <a:extLst>
              <a:ext uri="{FF2B5EF4-FFF2-40B4-BE49-F238E27FC236}">
                <a16:creationId xmlns:a16="http://schemas.microsoft.com/office/drawing/2014/main" id="{639B1E4F-3AE8-DDC6-49BE-0C07A78461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7800" y="6119812"/>
            <a:ext cx="1092328" cy="647827"/>
          </a:xfrm>
          <a:prstGeom prst="rect">
            <a:avLst/>
          </a:prstGeom>
        </p:spPr>
      </p:pic>
      <p:sp>
        <p:nvSpPr>
          <p:cNvPr id="9" name="TextBox 8">
            <a:extLst>
              <a:ext uri="{FF2B5EF4-FFF2-40B4-BE49-F238E27FC236}">
                <a16:creationId xmlns:a16="http://schemas.microsoft.com/office/drawing/2014/main" id="{6A34C04A-6298-6DFD-5096-E29AF2A31A2D}"/>
              </a:ext>
            </a:extLst>
          </p:cNvPr>
          <p:cNvSpPr txBox="1"/>
          <p:nvPr/>
        </p:nvSpPr>
        <p:spPr>
          <a:xfrm>
            <a:off x="1455421" y="2048401"/>
            <a:ext cx="3733800" cy="923330"/>
          </a:xfrm>
          <a:prstGeom prst="rect">
            <a:avLst/>
          </a:prstGeom>
          <a:noFill/>
        </p:spPr>
        <p:txBody>
          <a:bodyPr wrap="square" rtlCol="0">
            <a:spAutoFit/>
          </a:bodyPr>
          <a:lstStyle/>
          <a:p>
            <a:pPr algn="l"/>
            <a:r>
              <a:rPr lang="en-US" sz="1800" b="1" dirty="0">
                <a:solidFill>
                  <a:srgbClr val="000000"/>
                </a:solidFill>
                <a:latin typeface="Roboto" pitchFamily="34" charset="0"/>
                <a:ea typeface="Roboto" pitchFamily="34" charset="-122"/>
                <a:cs typeface="Roboto" pitchFamily="34" charset="-120"/>
              </a:rPr>
              <a:t>Dimensions:</a:t>
            </a:r>
            <a:r>
              <a:rPr lang="en-US" sz="1800" dirty="0">
                <a:solidFill>
                  <a:srgbClr val="000000"/>
                </a:solidFill>
                <a:latin typeface="Roboto" pitchFamily="34" charset="0"/>
                <a:ea typeface="Roboto" pitchFamily="34" charset="-122"/>
                <a:cs typeface="Roboto" pitchFamily="34" charset="-120"/>
              </a:rPr>
              <a:t> 9,800 rows and 18 columns, providing a rich transactional history.</a:t>
            </a:r>
            <a:endParaRPr lang="en-US" sz="1800" dirty="0"/>
          </a:p>
        </p:txBody>
      </p:sp>
      <p:sp>
        <p:nvSpPr>
          <p:cNvPr id="10" name="TextBox 9">
            <a:extLst>
              <a:ext uri="{FF2B5EF4-FFF2-40B4-BE49-F238E27FC236}">
                <a16:creationId xmlns:a16="http://schemas.microsoft.com/office/drawing/2014/main" id="{C4238C2E-7E9C-5846-5924-F6CA85ED0A1C}"/>
              </a:ext>
            </a:extLst>
          </p:cNvPr>
          <p:cNvSpPr txBox="1"/>
          <p:nvPr/>
        </p:nvSpPr>
        <p:spPr>
          <a:xfrm>
            <a:off x="1489710" y="3402106"/>
            <a:ext cx="3200400" cy="1477328"/>
          </a:xfrm>
          <a:prstGeom prst="rect">
            <a:avLst/>
          </a:prstGeom>
          <a:noFill/>
        </p:spPr>
        <p:txBody>
          <a:bodyPr wrap="square" rtlCol="0">
            <a:spAutoFit/>
          </a:bodyPr>
          <a:lstStyle/>
          <a:p>
            <a:pPr algn="l"/>
            <a:r>
              <a:rPr lang="en-US" sz="1800" b="1" dirty="0">
                <a:solidFill>
                  <a:srgbClr val="000000"/>
                </a:solidFill>
                <a:latin typeface="Roboto" pitchFamily="34" charset="0"/>
                <a:ea typeface="Roboto" pitchFamily="34" charset="-122"/>
                <a:cs typeface="Roboto" pitchFamily="34" charset="-120"/>
              </a:rPr>
              <a:t>Key Data Points:</a:t>
            </a:r>
            <a:r>
              <a:rPr lang="en-US" sz="1800" dirty="0">
                <a:solidFill>
                  <a:srgbClr val="000000"/>
                </a:solidFill>
                <a:latin typeface="Roboto" pitchFamily="34" charset="0"/>
                <a:ea typeface="Roboto" pitchFamily="34" charset="-122"/>
                <a:cs typeface="Roboto" pitchFamily="34" charset="-120"/>
              </a:rPr>
              <a:t> Order details, customer information, product specifics, sales figures, and shipping information.</a:t>
            </a:r>
            <a:endParaRPr lang="en-US" sz="1800" dirty="0"/>
          </a:p>
        </p:txBody>
      </p:sp>
      <p:pic>
        <p:nvPicPr>
          <p:cNvPr id="12" name="Picture 11">
            <a:extLst>
              <a:ext uri="{FF2B5EF4-FFF2-40B4-BE49-F238E27FC236}">
                <a16:creationId xmlns:a16="http://schemas.microsoft.com/office/drawing/2014/main" id="{12C3E5DA-C4A1-F080-2E6B-7554C37164C7}"/>
              </a:ext>
            </a:extLst>
          </p:cNvPr>
          <p:cNvPicPr>
            <a:picLocks noChangeAspect="1"/>
          </p:cNvPicPr>
          <p:nvPr/>
        </p:nvPicPr>
        <p:blipFill>
          <a:blip r:embed="rId3"/>
          <a:stretch>
            <a:fillRect/>
          </a:stretch>
        </p:blipFill>
        <p:spPr>
          <a:xfrm>
            <a:off x="6029642" y="2097690"/>
            <a:ext cx="4866958" cy="381000"/>
          </a:xfrm>
          <a:prstGeom prst="rect">
            <a:avLst/>
          </a:prstGeom>
        </p:spPr>
      </p:pic>
      <p:pic>
        <p:nvPicPr>
          <p:cNvPr id="16" name="Picture 15">
            <a:extLst>
              <a:ext uri="{FF2B5EF4-FFF2-40B4-BE49-F238E27FC236}">
                <a16:creationId xmlns:a16="http://schemas.microsoft.com/office/drawing/2014/main" id="{D1318EC9-BF44-8033-CE56-20A6044E152C}"/>
              </a:ext>
            </a:extLst>
          </p:cNvPr>
          <p:cNvPicPr>
            <a:picLocks noChangeAspect="1"/>
          </p:cNvPicPr>
          <p:nvPr/>
        </p:nvPicPr>
        <p:blipFill>
          <a:blip r:embed="rId4"/>
          <a:stretch>
            <a:fillRect/>
          </a:stretch>
        </p:blipFill>
        <p:spPr>
          <a:xfrm>
            <a:off x="5998266" y="2510066"/>
            <a:ext cx="3952558" cy="36097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2210117" y="455447"/>
            <a:ext cx="8458200" cy="751488"/>
          </a:xfrm>
          <a:prstGeom prst="rect">
            <a:avLst/>
          </a:prstGeom>
        </p:spPr>
        <p:txBody>
          <a:bodyPr vert="horz" wrap="square" lIns="0" tIns="12700" rIns="0" bIns="0" rtlCol="0">
            <a:spAutoFit/>
          </a:bodyPr>
          <a:lstStyle/>
          <a:p>
            <a:pPr marL="12700">
              <a:lnSpc>
                <a:spcPct val="100000"/>
              </a:lnSpc>
              <a:spcBef>
                <a:spcPts val="100"/>
              </a:spcBef>
            </a:pPr>
            <a:r>
              <a:rPr sz="4800" u="sng" spc="335" dirty="0">
                <a:solidFill>
                  <a:srgbClr val="336DA8"/>
                </a:solidFill>
                <a:uFill>
                  <a:solidFill>
                    <a:srgbClr val="336DA8"/>
                  </a:solidFill>
                </a:uFill>
              </a:rPr>
              <a:t>Data</a:t>
            </a:r>
            <a:r>
              <a:rPr sz="4800" u="sng" spc="-235" dirty="0">
                <a:solidFill>
                  <a:srgbClr val="336DA8"/>
                </a:solidFill>
                <a:uFill>
                  <a:solidFill>
                    <a:srgbClr val="336DA8"/>
                  </a:solidFill>
                </a:uFill>
              </a:rPr>
              <a:t> </a:t>
            </a:r>
            <a:r>
              <a:rPr sz="4800" u="sng" spc="-95" dirty="0">
                <a:solidFill>
                  <a:srgbClr val="336DA8"/>
                </a:solidFill>
                <a:uFill>
                  <a:solidFill>
                    <a:srgbClr val="336DA8"/>
                  </a:solidFill>
                </a:uFill>
              </a:rPr>
              <a:t>Fields</a:t>
            </a:r>
            <a:r>
              <a:rPr sz="4800" u="sng" spc="-229" dirty="0">
                <a:solidFill>
                  <a:srgbClr val="336DA8"/>
                </a:solidFill>
                <a:uFill>
                  <a:solidFill>
                    <a:srgbClr val="336DA8"/>
                  </a:solidFill>
                </a:uFill>
              </a:rPr>
              <a:t> </a:t>
            </a:r>
            <a:r>
              <a:rPr sz="4800" u="sng" spc="-55" dirty="0">
                <a:solidFill>
                  <a:srgbClr val="336DA8"/>
                </a:solidFill>
                <a:uFill>
                  <a:solidFill>
                    <a:srgbClr val="336DA8"/>
                  </a:solidFill>
                </a:uFill>
              </a:rPr>
              <a:t>Description</a:t>
            </a:r>
            <a:endParaRPr sz="4800" dirty="0"/>
          </a:p>
        </p:txBody>
      </p:sp>
      <p:sp>
        <p:nvSpPr>
          <p:cNvPr id="10" name="object 10"/>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a:t>
            </a:r>
            <a:r>
              <a:rPr spc="-10" dirty="0"/>
              <a:t>/</a:t>
            </a:r>
            <a:r>
              <a:rPr lang="en-US" spc="-10" dirty="0"/>
              <a:t>20</a:t>
            </a:r>
            <a:r>
              <a:rPr spc="-10" dirty="0"/>
              <a:t>/2025</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7</a:t>
            </a:fld>
            <a:endParaRPr spc="-25" dirty="0"/>
          </a:p>
        </p:txBody>
      </p:sp>
      <p:pic>
        <p:nvPicPr>
          <p:cNvPr id="12" name="Picture 11" descr="A logo of a company&#10;&#10;AI-generated content may be incorrect.">
            <a:extLst>
              <a:ext uri="{FF2B5EF4-FFF2-40B4-BE49-F238E27FC236}">
                <a16:creationId xmlns:a16="http://schemas.microsoft.com/office/drawing/2014/main" id="{777C5DCC-ED8A-3F12-A458-EAD2E58E43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37547" y="6174766"/>
            <a:ext cx="1092328" cy="569061"/>
          </a:xfrm>
          <a:prstGeom prst="rect">
            <a:avLst/>
          </a:prstGeom>
        </p:spPr>
      </p:pic>
      <p:graphicFrame>
        <p:nvGraphicFramePr>
          <p:cNvPr id="21" name="Table 20">
            <a:extLst>
              <a:ext uri="{FF2B5EF4-FFF2-40B4-BE49-F238E27FC236}">
                <a16:creationId xmlns:a16="http://schemas.microsoft.com/office/drawing/2014/main" id="{A816240A-12B2-46ED-C599-20717D822C33}"/>
              </a:ext>
            </a:extLst>
          </p:cNvPr>
          <p:cNvGraphicFramePr>
            <a:graphicFrameLocks noGrp="1"/>
          </p:cNvGraphicFramePr>
          <p:nvPr>
            <p:extLst>
              <p:ext uri="{D42A27DB-BD31-4B8C-83A1-F6EECF244321}">
                <p14:modId xmlns:p14="http://schemas.microsoft.com/office/powerpoint/2010/main" val="1969600696"/>
              </p:ext>
            </p:extLst>
          </p:nvPr>
        </p:nvGraphicFramePr>
        <p:xfrm>
          <a:off x="609600" y="1477413"/>
          <a:ext cx="5079827" cy="4457681"/>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1329908828"/>
                    </a:ext>
                  </a:extLst>
                </a:gridCol>
                <a:gridCol w="3098627">
                  <a:extLst>
                    <a:ext uri="{9D8B030D-6E8A-4147-A177-3AD203B41FA5}">
                      <a16:colId xmlns:a16="http://schemas.microsoft.com/office/drawing/2014/main" val="270996484"/>
                    </a:ext>
                  </a:extLst>
                </a:gridCol>
              </a:tblGrid>
              <a:tr h="331317">
                <a:tc>
                  <a:txBody>
                    <a:bodyPr/>
                    <a:lstStyle/>
                    <a:p>
                      <a:r>
                        <a:rPr lang="en-US" sz="1600" dirty="0"/>
                        <a:t>Column Name</a:t>
                      </a:r>
                    </a:p>
                  </a:txBody>
                  <a:tcPr/>
                </a:tc>
                <a:tc>
                  <a:txBody>
                    <a:bodyPr/>
                    <a:lstStyle/>
                    <a:p>
                      <a:r>
                        <a:rPr lang="en-US" sz="1600" dirty="0"/>
                        <a:t>Description</a:t>
                      </a:r>
                    </a:p>
                  </a:txBody>
                  <a:tcPr/>
                </a:tc>
                <a:extLst>
                  <a:ext uri="{0D108BD9-81ED-4DB2-BD59-A6C34878D82A}">
                    <a16:rowId xmlns:a16="http://schemas.microsoft.com/office/drawing/2014/main" val="1701427959"/>
                  </a:ext>
                </a:extLst>
              </a:tr>
              <a:tr h="427649">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Row ID</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A unique identifier for each row in the dataset.</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extLst>
                  <a:ext uri="{0D108BD9-81ED-4DB2-BD59-A6C34878D82A}">
                    <a16:rowId xmlns:a16="http://schemas.microsoft.com/office/drawing/2014/main" val="1691487065"/>
                  </a:ext>
                </a:extLst>
              </a:tr>
              <a:tr h="427649">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Order ID</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A unique identifier for each order placed.</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extLst>
                  <a:ext uri="{0D108BD9-81ED-4DB2-BD59-A6C34878D82A}">
                    <a16:rowId xmlns:a16="http://schemas.microsoft.com/office/drawing/2014/main" val="123028210"/>
                  </a:ext>
                </a:extLst>
              </a:tr>
              <a:tr h="427649">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Order date</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The date when the order was placed.</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extLst>
                  <a:ext uri="{0D108BD9-81ED-4DB2-BD59-A6C34878D82A}">
                    <a16:rowId xmlns:a16="http://schemas.microsoft.com/office/drawing/2014/main" val="1417111358"/>
                  </a:ext>
                </a:extLst>
              </a:tr>
              <a:tr h="427649">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Ship date</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The date when the order was shipped.</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extLst>
                  <a:ext uri="{0D108BD9-81ED-4DB2-BD59-A6C34878D82A}">
                    <a16:rowId xmlns:a16="http://schemas.microsoft.com/office/drawing/2014/main" val="2239244263"/>
                  </a:ext>
                </a:extLst>
              </a:tr>
              <a:tr h="646863">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Ship mode</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The method is used for shipping (e.g., Standard, Express).</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extLst>
                  <a:ext uri="{0D108BD9-81ED-4DB2-BD59-A6C34878D82A}">
                    <a16:rowId xmlns:a16="http://schemas.microsoft.com/office/drawing/2014/main" val="1908076839"/>
                  </a:ext>
                </a:extLst>
              </a:tr>
              <a:tr h="427649">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Customer ID</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A unique identifier for each customer.</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extLst>
                  <a:ext uri="{0D108BD9-81ED-4DB2-BD59-A6C34878D82A}">
                    <a16:rowId xmlns:a16="http://schemas.microsoft.com/office/drawing/2014/main" val="3105863013"/>
                  </a:ext>
                </a:extLst>
              </a:tr>
              <a:tr h="427649">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Customer name</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The full name of the customer.</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extLst>
                  <a:ext uri="{0D108BD9-81ED-4DB2-BD59-A6C34878D82A}">
                    <a16:rowId xmlns:a16="http://schemas.microsoft.com/office/drawing/2014/main" val="312269170"/>
                  </a:ext>
                </a:extLst>
              </a:tr>
              <a:tr h="646863">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Segment</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The customer’s category (e.g., Consumer, Corporate, or Home Office).</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extLst>
                  <a:ext uri="{0D108BD9-81ED-4DB2-BD59-A6C34878D82A}">
                    <a16:rowId xmlns:a16="http://schemas.microsoft.com/office/drawing/2014/main" val="3235991049"/>
                  </a:ext>
                </a:extLst>
              </a:tr>
              <a:tr h="262781">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Country</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The country where the order was placed.</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extLst>
                  <a:ext uri="{0D108BD9-81ED-4DB2-BD59-A6C34878D82A}">
                    <a16:rowId xmlns:a16="http://schemas.microsoft.com/office/drawing/2014/main" val="3205816425"/>
                  </a:ext>
                </a:extLst>
              </a:tr>
            </a:tbl>
          </a:graphicData>
        </a:graphic>
      </p:graphicFrame>
      <p:graphicFrame>
        <p:nvGraphicFramePr>
          <p:cNvPr id="22" name="Table 21">
            <a:extLst>
              <a:ext uri="{FF2B5EF4-FFF2-40B4-BE49-F238E27FC236}">
                <a16:creationId xmlns:a16="http://schemas.microsoft.com/office/drawing/2014/main" id="{88A4E0E3-4E3A-4C84-F6BB-596BFAA70F9A}"/>
              </a:ext>
            </a:extLst>
          </p:cNvPr>
          <p:cNvGraphicFramePr>
            <a:graphicFrameLocks noGrp="1"/>
          </p:cNvGraphicFramePr>
          <p:nvPr>
            <p:extLst>
              <p:ext uri="{D42A27DB-BD31-4B8C-83A1-F6EECF244321}">
                <p14:modId xmlns:p14="http://schemas.microsoft.com/office/powerpoint/2010/main" val="3517293234"/>
              </p:ext>
            </p:extLst>
          </p:nvPr>
        </p:nvGraphicFramePr>
        <p:xfrm>
          <a:off x="5725286" y="1461251"/>
          <a:ext cx="5588000" cy="4493893"/>
        </p:xfrm>
        <a:graphic>
          <a:graphicData uri="http://schemas.openxmlformats.org/drawingml/2006/table">
            <a:tbl>
              <a:tblPr firstRow="1" bandRow="1">
                <a:tableStyleId>{5C22544A-7EE6-4342-B048-85BDC9FD1C3A}</a:tableStyleId>
              </a:tblPr>
              <a:tblGrid>
                <a:gridCol w="1970914">
                  <a:extLst>
                    <a:ext uri="{9D8B030D-6E8A-4147-A177-3AD203B41FA5}">
                      <a16:colId xmlns:a16="http://schemas.microsoft.com/office/drawing/2014/main" val="1329908828"/>
                    </a:ext>
                  </a:extLst>
                </a:gridCol>
                <a:gridCol w="3617086">
                  <a:extLst>
                    <a:ext uri="{9D8B030D-6E8A-4147-A177-3AD203B41FA5}">
                      <a16:colId xmlns:a16="http://schemas.microsoft.com/office/drawing/2014/main" val="270996484"/>
                    </a:ext>
                  </a:extLst>
                </a:gridCol>
              </a:tblGrid>
              <a:tr h="355887">
                <a:tc>
                  <a:txBody>
                    <a:bodyPr/>
                    <a:lstStyle/>
                    <a:p>
                      <a:r>
                        <a:rPr lang="en-US" sz="1600" dirty="0"/>
                        <a:t>Column Name</a:t>
                      </a:r>
                    </a:p>
                  </a:txBody>
                  <a:tcPr/>
                </a:tc>
                <a:tc>
                  <a:txBody>
                    <a:bodyPr/>
                    <a:lstStyle/>
                    <a:p>
                      <a:r>
                        <a:rPr lang="en-US" sz="1600" dirty="0"/>
                        <a:t>Description</a:t>
                      </a:r>
                    </a:p>
                  </a:txBody>
                  <a:tcPr/>
                </a:tc>
                <a:extLst>
                  <a:ext uri="{0D108BD9-81ED-4DB2-BD59-A6C34878D82A}">
                    <a16:rowId xmlns:a16="http://schemas.microsoft.com/office/drawing/2014/main" val="1701427959"/>
                  </a:ext>
                </a:extLst>
              </a:tr>
              <a:tr h="383008">
                <a:tc>
                  <a:txBody>
                    <a:bodyPr/>
                    <a:lstStyle/>
                    <a:p>
                      <a:pPr marL="0" marR="0" algn="ctr">
                        <a:lnSpc>
                          <a:spcPct val="115000"/>
                        </a:lnSpc>
                        <a:spcAft>
                          <a:spcPts val="800"/>
                        </a:spcAft>
                        <a:buNone/>
                      </a:pPr>
                      <a:r>
                        <a:rPr lang="en-US" sz="1400" b="1" kern="100" dirty="0">
                          <a:effectLst/>
                          <a:latin typeface="Cambria" panose="02040503050406030204" pitchFamily="18" charset="0"/>
                          <a:ea typeface="Cambria" panose="02040503050406030204" pitchFamily="18" charset="0"/>
                          <a:cs typeface="Aptos" panose="020B0004020202020204" pitchFamily="34" charset="0"/>
                        </a:rPr>
                        <a:t>City</a:t>
                      </a:r>
                      <a:endParaRPr lang="en-US" sz="12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The city where the order was placed.</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extLst>
                  <a:ext uri="{0D108BD9-81ED-4DB2-BD59-A6C34878D82A}">
                    <a16:rowId xmlns:a16="http://schemas.microsoft.com/office/drawing/2014/main" val="1691487065"/>
                  </a:ext>
                </a:extLst>
              </a:tr>
              <a:tr h="406767">
                <a:tc>
                  <a:txBody>
                    <a:bodyPr/>
                    <a:lstStyle/>
                    <a:p>
                      <a:pPr marL="0" marR="0" algn="ctr">
                        <a:lnSpc>
                          <a:spcPct val="115000"/>
                        </a:lnSpc>
                        <a:spcAft>
                          <a:spcPts val="800"/>
                        </a:spcAft>
                        <a:buNone/>
                      </a:pPr>
                      <a:r>
                        <a:rPr lang="en-US" sz="1400" b="1" kern="100" dirty="0">
                          <a:effectLst/>
                          <a:latin typeface="Cambria" panose="02040503050406030204" pitchFamily="18" charset="0"/>
                          <a:ea typeface="Cambria" panose="02040503050406030204" pitchFamily="18" charset="0"/>
                          <a:cs typeface="Aptos" panose="020B0004020202020204" pitchFamily="34" charset="0"/>
                        </a:rPr>
                        <a:t>State</a:t>
                      </a:r>
                      <a:endParaRPr lang="en-US" sz="12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The state or province of the order’s location.</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extLst>
                  <a:ext uri="{0D108BD9-81ED-4DB2-BD59-A6C34878D82A}">
                    <a16:rowId xmlns:a16="http://schemas.microsoft.com/office/drawing/2014/main" val="123028210"/>
                  </a:ext>
                </a:extLst>
              </a:tr>
              <a:tr h="406767">
                <a:tc>
                  <a:txBody>
                    <a:bodyPr/>
                    <a:lstStyle/>
                    <a:p>
                      <a:pPr marL="0" marR="0" algn="ctr">
                        <a:lnSpc>
                          <a:spcPct val="115000"/>
                        </a:lnSpc>
                        <a:spcAft>
                          <a:spcPts val="800"/>
                        </a:spcAft>
                        <a:buNone/>
                      </a:pPr>
                      <a:r>
                        <a:rPr lang="en-US" sz="1400" b="1" kern="100" dirty="0">
                          <a:effectLst/>
                          <a:latin typeface="Cambria" panose="02040503050406030204" pitchFamily="18" charset="0"/>
                          <a:ea typeface="Cambria" panose="02040503050406030204" pitchFamily="18" charset="0"/>
                          <a:cs typeface="Aptos" panose="020B0004020202020204" pitchFamily="34" charset="0"/>
                        </a:rPr>
                        <a:t>Region</a:t>
                      </a:r>
                      <a:endParaRPr lang="en-US" sz="12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Geographical regions (e.g., East, West, Central, South).</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extLst>
                  <a:ext uri="{0D108BD9-81ED-4DB2-BD59-A6C34878D82A}">
                    <a16:rowId xmlns:a16="http://schemas.microsoft.com/office/drawing/2014/main" val="1417111358"/>
                  </a:ext>
                </a:extLst>
              </a:tr>
              <a:tr h="383008">
                <a:tc>
                  <a:txBody>
                    <a:bodyPr/>
                    <a:lstStyle/>
                    <a:p>
                      <a:pPr marL="0" marR="0" algn="ctr">
                        <a:lnSpc>
                          <a:spcPct val="115000"/>
                        </a:lnSpc>
                        <a:spcAft>
                          <a:spcPts val="800"/>
                        </a:spcAft>
                        <a:buNone/>
                      </a:pPr>
                      <a:r>
                        <a:rPr lang="en-US" sz="1400" b="1" kern="100" dirty="0">
                          <a:effectLst/>
                          <a:latin typeface="Cambria" panose="02040503050406030204" pitchFamily="18" charset="0"/>
                          <a:ea typeface="Cambria" panose="02040503050406030204" pitchFamily="18" charset="0"/>
                          <a:cs typeface="Aptos" panose="020B0004020202020204" pitchFamily="34" charset="0"/>
                        </a:rPr>
                        <a:t>Product ID</a:t>
                      </a:r>
                      <a:endParaRPr lang="en-US" sz="12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A unique identifier for each product.</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extLst>
                  <a:ext uri="{0D108BD9-81ED-4DB2-BD59-A6C34878D82A}">
                    <a16:rowId xmlns:a16="http://schemas.microsoft.com/office/drawing/2014/main" val="2239244263"/>
                  </a:ext>
                </a:extLst>
              </a:tr>
              <a:tr h="664799">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Category</a:t>
                      </a:r>
                      <a:endParaRPr lang="en-US" sz="12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100" b="1" kern="100" dirty="0">
                          <a:effectLst/>
                          <a:latin typeface="Cambria" panose="02040503050406030204" pitchFamily="18" charset="0"/>
                          <a:ea typeface="Cambria" panose="02040503050406030204" pitchFamily="18" charset="0"/>
                          <a:cs typeface="Aptos" panose="020B0004020202020204" pitchFamily="34" charset="0"/>
                        </a:rPr>
                        <a:t>The highest-level product classification (e.g., Furniture, Office Supplies). Used for high-level sales trends.</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extLst>
                  <a:ext uri="{0D108BD9-81ED-4DB2-BD59-A6C34878D82A}">
                    <a16:rowId xmlns:a16="http://schemas.microsoft.com/office/drawing/2014/main" val="1908076839"/>
                  </a:ext>
                </a:extLst>
              </a:tr>
              <a:tr h="664799">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Sub-Category</a:t>
                      </a:r>
                      <a:endParaRPr lang="en-US" sz="12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100" b="1" kern="100" dirty="0">
                          <a:effectLst/>
                          <a:latin typeface="Cambria" panose="02040503050406030204" pitchFamily="18" charset="0"/>
                          <a:ea typeface="Cambria" panose="02040503050406030204" pitchFamily="18" charset="0"/>
                          <a:cs typeface="Aptos" panose="020B0004020202020204" pitchFamily="34" charset="0"/>
                        </a:rPr>
                        <a:t>A more specific product grouping within the main Category (e.g., Chairs, Phones). Used for detailed performance analysis.</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extLst>
                  <a:ext uri="{0D108BD9-81ED-4DB2-BD59-A6C34878D82A}">
                    <a16:rowId xmlns:a16="http://schemas.microsoft.com/office/drawing/2014/main" val="3105863013"/>
                  </a:ext>
                </a:extLst>
              </a:tr>
              <a:tr h="564059">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Product Name</a:t>
                      </a:r>
                      <a:endParaRPr lang="en-US" sz="12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100" b="1" kern="100" dirty="0">
                          <a:effectLst/>
                          <a:latin typeface="Cambria" panose="02040503050406030204" pitchFamily="18" charset="0"/>
                          <a:ea typeface="Cambria" panose="02040503050406030204" pitchFamily="18" charset="0"/>
                          <a:cs typeface="Aptos" panose="020B0004020202020204" pitchFamily="34" charset="0"/>
                        </a:rPr>
                        <a:t>The specific name of the item purchased. Used for identifying top-selling individual products.</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extLst>
                  <a:ext uri="{0D108BD9-81ED-4DB2-BD59-A6C34878D82A}">
                    <a16:rowId xmlns:a16="http://schemas.microsoft.com/office/drawing/2014/main" val="312269170"/>
                  </a:ext>
                </a:extLst>
              </a:tr>
              <a:tr h="664799">
                <a:tc>
                  <a:txBody>
                    <a:bodyPr/>
                    <a:lstStyle/>
                    <a:p>
                      <a:pPr marL="0" marR="0" algn="ctr">
                        <a:lnSpc>
                          <a:spcPct val="115000"/>
                        </a:lnSpc>
                        <a:spcAft>
                          <a:spcPts val="800"/>
                        </a:spcAft>
                        <a:buNone/>
                      </a:pPr>
                      <a:r>
                        <a:rPr lang="en-US" sz="1200" b="1" kern="100" dirty="0">
                          <a:effectLst/>
                          <a:latin typeface="Cambria" panose="02040503050406030204" pitchFamily="18" charset="0"/>
                          <a:ea typeface="Cambria" panose="02040503050406030204" pitchFamily="18" charset="0"/>
                          <a:cs typeface="Aptos" panose="020B0004020202020204" pitchFamily="34" charset="0"/>
                        </a:rPr>
                        <a:t>Sales</a:t>
                      </a:r>
                      <a:endParaRPr lang="en-US" sz="12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tc>
                  <a:txBody>
                    <a:bodyPr/>
                    <a:lstStyle/>
                    <a:p>
                      <a:pPr marL="0" marR="0" algn="ctr">
                        <a:lnSpc>
                          <a:spcPct val="115000"/>
                        </a:lnSpc>
                        <a:spcAft>
                          <a:spcPts val="800"/>
                        </a:spcAft>
                        <a:buNone/>
                      </a:pPr>
                      <a:r>
                        <a:rPr lang="en-US" sz="1100" b="1" kern="100" dirty="0">
                          <a:effectLst/>
                          <a:latin typeface="Cambria" panose="02040503050406030204" pitchFamily="18" charset="0"/>
                          <a:ea typeface="Cambria" panose="02040503050406030204" pitchFamily="18" charset="0"/>
                          <a:cs typeface="Aptos" panose="020B0004020202020204" pitchFamily="34" charset="0"/>
                        </a:rPr>
                        <a:t>The revenue generated from the transaction (base sale price). The primary metric for financial performance.</a:t>
                      </a:r>
                      <a:endParaRPr lang="en-US" sz="1100" kern="100" dirty="0">
                        <a:effectLst/>
                        <a:latin typeface="Cambria" panose="02040503050406030204" pitchFamily="18" charset="0"/>
                        <a:ea typeface="Cambria" panose="02040503050406030204" pitchFamily="18" charset="0"/>
                        <a:cs typeface="Aptos" panose="020B0004020202020204" pitchFamily="34" charset="0"/>
                      </a:endParaRPr>
                    </a:p>
                  </a:txBody>
                  <a:tcPr marL="68580" marR="68580" marT="0" marB="0"/>
                </a:tc>
                <a:extLst>
                  <a:ext uri="{0D108BD9-81ED-4DB2-BD59-A6C34878D82A}">
                    <a16:rowId xmlns:a16="http://schemas.microsoft.com/office/drawing/2014/main" val="3235991049"/>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B04-BAD3-D634-5B29-4E95936CE44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49A3F8A-47B9-8C07-2187-8BFA5CB7B5DE}"/>
              </a:ext>
            </a:extLst>
          </p:cNvPr>
          <p:cNvSpPr txBox="1">
            <a:spLocks noGrp="1"/>
          </p:cNvSpPr>
          <p:nvPr>
            <p:ph type="title"/>
          </p:nvPr>
        </p:nvSpPr>
        <p:spPr>
          <a:xfrm>
            <a:off x="1425320" y="495232"/>
            <a:ext cx="9065260" cy="848994"/>
          </a:xfrm>
          <a:prstGeom prst="rect">
            <a:avLst/>
          </a:prstGeom>
        </p:spPr>
        <p:txBody>
          <a:bodyPr vert="horz" wrap="square" lIns="0" tIns="12700" rIns="0" bIns="0" rtlCol="0">
            <a:spAutoFit/>
          </a:bodyPr>
          <a:lstStyle/>
          <a:p>
            <a:pPr marL="12700" algn="ctr">
              <a:lnSpc>
                <a:spcPct val="100000"/>
              </a:lnSpc>
              <a:spcBef>
                <a:spcPts val="100"/>
              </a:spcBef>
            </a:pPr>
            <a:r>
              <a:rPr lang="en-US" u="sng" dirty="0">
                <a:solidFill>
                  <a:srgbClr val="336DA8"/>
                </a:solidFill>
                <a:uFill>
                  <a:solidFill>
                    <a:srgbClr val="336DA8"/>
                  </a:solidFill>
                </a:uFill>
              </a:rPr>
              <a:t>Data Exploration</a:t>
            </a:r>
            <a:endParaRPr u="sng" spc="-170" dirty="0">
              <a:solidFill>
                <a:srgbClr val="336DA8"/>
              </a:solidFill>
              <a:uFill>
                <a:solidFill>
                  <a:srgbClr val="336DA8"/>
                </a:solidFill>
              </a:uFill>
            </a:endParaRPr>
          </a:p>
        </p:txBody>
      </p:sp>
      <p:sp>
        <p:nvSpPr>
          <p:cNvPr id="5" name="object 5">
            <a:extLst>
              <a:ext uri="{FF2B5EF4-FFF2-40B4-BE49-F238E27FC236}">
                <a16:creationId xmlns:a16="http://schemas.microsoft.com/office/drawing/2014/main" id="{11B186A7-0BF5-F694-EE0C-1341DBB228B4}"/>
              </a:ext>
            </a:extLst>
          </p:cNvPr>
          <p:cNvSpPr txBox="1">
            <a:spLocks noGrp="1"/>
          </p:cNvSpPr>
          <p:nvPr>
            <p:ph type="ftr" sz="quarter" idx="5"/>
          </p:nvPr>
        </p:nvSpPr>
        <p:spPr>
          <a:xfrm>
            <a:off x="1762125" y="6464680"/>
            <a:ext cx="1092328" cy="20764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6" name="object 6">
            <a:extLst>
              <a:ext uri="{FF2B5EF4-FFF2-40B4-BE49-F238E27FC236}">
                <a16:creationId xmlns:a16="http://schemas.microsoft.com/office/drawing/2014/main" id="{EBAFACA1-860F-19E3-2C32-49783C4459A5}"/>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8</a:t>
            </a:fld>
            <a:endParaRPr spc="-25" dirty="0"/>
          </a:p>
        </p:txBody>
      </p:sp>
      <p:pic>
        <p:nvPicPr>
          <p:cNvPr id="7" name="Picture 6" descr="A logo of a company&#10;&#10;AI-generated content may be incorrect.">
            <a:extLst>
              <a:ext uri="{FF2B5EF4-FFF2-40B4-BE49-F238E27FC236}">
                <a16:creationId xmlns:a16="http://schemas.microsoft.com/office/drawing/2014/main" id="{A0CDB8F8-A224-6FDB-53A8-542585EDF2E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37547" y="6201969"/>
            <a:ext cx="1092328" cy="541858"/>
          </a:xfrm>
          <a:prstGeom prst="rect">
            <a:avLst/>
          </a:prstGeom>
        </p:spPr>
      </p:pic>
      <p:pic>
        <p:nvPicPr>
          <p:cNvPr id="4" name="Picture 3">
            <a:extLst>
              <a:ext uri="{FF2B5EF4-FFF2-40B4-BE49-F238E27FC236}">
                <a16:creationId xmlns:a16="http://schemas.microsoft.com/office/drawing/2014/main" id="{4AD04C79-BDFF-2581-DFDE-CFA57C7B2CCA}"/>
              </a:ext>
            </a:extLst>
          </p:cNvPr>
          <p:cNvPicPr>
            <a:picLocks noChangeAspect="1"/>
          </p:cNvPicPr>
          <p:nvPr/>
        </p:nvPicPr>
        <p:blipFill>
          <a:blip r:embed="rId3"/>
          <a:stretch>
            <a:fillRect/>
          </a:stretch>
        </p:blipFill>
        <p:spPr>
          <a:xfrm>
            <a:off x="1238313" y="1447801"/>
            <a:ext cx="9439275" cy="4629504"/>
          </a:xfrm>
          <a:prstGeom prst="rect">
            <a:avLst/>
          </a:prstGeom>
        </p:spPr>
      </p:pic>
    </p:spTree>
    <p:extLst>
      <p:ext uri="{BB962C8B-B14F-4D97-AF65-F5344CB8AC3E}">
        <p14:creationId xmlns:p14="http://schemas.microsoft.com/office/powerpoint/2010/main" val="2564765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B25BE-1F07-3545-4DB6-2C282F68527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A2307E8-786F-ED29-E096-D0E822DEEE23}"/>
              </a:ext>
            </a:extLst>
          </p:cNvPr>
          <p:cNvSpPr txBox="1">
            <a:spLocks noGrp="1"/>
          </p:cNvSpPr>
          <p:nvPr>
            <p:ph type="title"/>
          </p:nvPr>
        </p:nvSpPr>
        <p:spPr>
          <a:xfrm>
            <a:off x="1425321" y="514069"/>
            <a:ext cx="9065260" cy="848994"/>
          </a:xfrm>
          <a:prstGeom prst="rect">
            <a:avLst/>
          </a:prstGeom>
        </p:spPr>
        <p:txBody>
          <a:bodyPr vert="horz" wrap="square" lIns="0" tIns="12700" rIns="0" bIns="0" rtlCol="0">
            <a:spAutoFit/>
          </a:bodyPr>
          <a:lstStyle/>
          <a:p>
            <a:pPr marL="12700" algn="ctr">
              <a:lnSpc>
                <a:spcPct val="100000"/>
              </a:lnSpc>
              <a:spcBef>
                <a:spcPts val="100"/>
              </a:spcBef>
            </a:pPr>
            <a:r>
              <a:rPr lang="en-US" u="sng" dirty="0">
                <a:solidFill>
                  <a:srgbClr val="336DA8"/>
                </a:solidFill>
                <a:uFill>
                  <a:solidFill>
                    <a:srgbClr val="336DA8"/>
                  </a:solidFill>
                </a:uFill>
              </a:rPr>
              <a:t>Data Exploration</a:t>
            </a:r>
            <a:endParaRPr u="sng" spc="-170" dirty="0">
              <a:solidFill>
                <a:srgbClr val="336DA8"/>
              </a:solidFill>
              <a:uFill>
                <a:solidFill>
                  <a:srgbClr val="336DA8"/>
                </a:solidFill>
              </a:uFill>
            </a:endParaRPr>
          </a:p>
        </p:txBody>
      </p:sp>
      <p:sp>
        <p:nvSpPr>
          <p:cNvPr id="5" name="object 5">
            <a:extLst>
              <a:ext uri="{FF2B5EF4-FFF2-40B4-BE49-F238E27FC236}">
                <a16:creationId xmlns:a16="http://schemas.microsoft.com/office/drawing/2014/main" id="{86D5DDE6-5E86-833B-D358-B168E7DE6609}"/>
              </a:ext>
            </a:extLst>
          </p:cNvPr>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6" name="object 6">
            <a:extLst>
              <a:ext uri="{FF2B5EF4-FFF2-40B4-BE49-F238E27FC236}">
                <a16:creationId xmlns:a16="http://schemas.microsoft.com/office/drawing/2014/main" id="{443E30A3-8B47-98ED-6170-9CFCA729FB9F}"/>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9</a:t>
            </a:fld>
            <a:endParaRPr spc="-25" dirty="0"/>
          </a:p>
        </p:txBody>
      </p:sp>
      <p:pic>
        <p:nvPicPr>
          <p:cNvPr id="7" name="Picture 6" descr="A logo of a company&#10;&#10;AI-generated content may be incorrect.">
            <a:extLst>
              <a:ext uri="{FF2B5EF4-FFF2-40B4-BE49-F238E27FC236}">
                <a16:creationId xmlns:a16="http://schemas.microsoft.com/office/drawing/2014/main" id="{85944212-2B0E-D9A0-4F80-3B77776BFE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pic>
        <p:nvPicPr>
          <p:cNvPr id="8" name="Picture 7">
            <a:extLst>
              <a:ext uri="{FF2B5EF4-FFF2-40B4-BE49-F238E27FC236}">
                <a16:creationId xmlns:a16="http://schemas.microsoft.com/office/drawing/2014/main" id="{4F823678-5B9F-A6C1-1E9A-03B111FD3AA1}"/>
              </a:ext>
            </a:extLst>
          </p:cNvPr>
          <p:cNvPicPr>
            <a:picLocks noChangeAspect="1"/>
          </p:cNvPicPr>
          <p:nvPr/>
        </p:nvPicPr>
        <p:blipFill>
          <a:blip r:embed="rId3"/>
          <a:stretch>
            <a:fillRect/>
          </a:stretch>
        </p:blipFill>
        <p:spPr>
          <a:xfrm>
            <a:off x="1425321" y="1739906"/>
            <a:ext cx="2810044" cy="4067424"/>
          </a:xfrm>
          <a:prstGeom prst="rect">
            <a:avLst/>
          </a:prstGeom>
        </p:spPr>
      </p:pic>
      <p:pic>
        <p:nvPicPr>
          <p:cNvPr id="10" name="Picture 9">
            <a:extLst>
              <a:ext uri="{FF2B5EF4-FFF2-40B4-BE49-F238E27FC236}">
                <a16:creationId xmlns:a16="http://schemas.microsoft.com/office/drawing/2014/main" id="{A9315821-0E51-A8A5-81AD-F34C601BEEEB}"/>
              </a:ext>
            </a:extLst>
          </p:cNvPr>
          <p:cNvPicPr>
            <a:picLocks noChangeAspect="1"/>
          </p:cNvPicPr>
          <p:nvPr/>
        </p:nvPicPr>
        <p:blipFill>
          <a:blip r:embed="rId4"/>
          <a:stretch>
            <a:fillRect/>
          </a:stretch>
        </p:blipFill>
        <p:spPr>
          <a:xfrm>
            <a:off x="4220094" y="2446485"/>
            <a:ext cx="2409306" cy="2943636"/>
          </a:xfrm>
          <a:prstGeom prst="rect">
            <a:avLst/>
          </a:prstGeom>
        </p:spPr>
      </p:pic>
      <p:pic>
        <p:nvPicPr>
          <p:cNvPr id="12" name="Picture 11">
            <a:extLst>
              <a:ext uri="{FF2B5EF4-FFF2-40B4-BE49-F238E27FC236}">
                <a16:creationId xmlns:a16="http://schemas.microsoft.com/office/drawing/2014/main" id="{B0CC0827-AAAC-BE6D-6504-B3204A6E68D6}"/>
              </a:ext>
            </a:extLst>
          </p:cNvPr>
          <p:cNvPicPr>
            <a:picLocks noChangeAspect="1"/>
          </p:cNvPicPr>
          <p:nvPr/>
        </p:nvPicPr>
        <p:blipFill>
          <a:blip r:embed="rId5"/>
          <a:stretch>
            <a:fillRect/>
          </a:stretch>
        </p:blipFill>
        <p:spPr>
          <a:xfrm>
            <a:off x="4235365" y="1905000"/>
            <a:ext cx="2734057" cy="306604"/>
          </a:xfrm>
          <a:prstGeom prst="rect">
            <a:avLst/>
          </a:prstGeom>
        </p:spPr>
      </p:pic>
      <p:pic>
        <p:nvPicPr>
          <p:cNvPr id="13" name="Picture 12">
            <a:extLst>
              <a:ext uri="{FF2B5EF4-FFF2-40B4-BE49-F238E27FC236}">
                <a16:creationId xmlns:a16="http://schemas.microsoft.com/office/drawing/2014/main" id="{7E8DC10E-4F49-F348-FA15-610899F03CD6}"/>
              </a:ext>
            </a:extLst>
          </p:cNvPr>
          <p:cNvPicPr>
            <a:picLocks noChangeAspect="1"/>
          </p:cNvPicPr>
          <p:nvPr/>
        </p:nvPicPr>
        <p:blipFill>
          <a:blip r:embed="rId6"/>
          <a:stretch>
            <a:fillRect/>
          </a:stretch>
        </p:blipFill>
        <p:spPr>
          <a:xfrm>
            <a:off x="6998762" y="1739906"/>
            <a:ext cx="3678116" cy="2495000"/>
          </a:xfrm>
          <a:prstGeom prst="rect">
            <a:avLst/>
          </a:prstGeom>
        </p:spPr>
      </p:pic>
    </p:spTree>
    <p:extLst>
      <p:ext uri="{BB962C8B-B14F-4D97-AF65-F5344CB8AC3E}">
        <p14:creationId xmlns:p14="http://schemas.microsoft.com/office/powerpoint/2010/main" val="372063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97B0F-26D4-8E5B-B373-E4FF7A2AFB8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F690D1E-3D15-3CB6-740E-08E33DD2AA16}"/>
              </a:ext>
            </a:extLst>
          </p:cNvPr>
          <p:cNvSpPr txBox="1">
            <a:spLocks noGrp="1"/>
          </p:cNvSpPr>
          <p:nvPr>
            <p:ph type="title"/>
          </p:nvPr>
        </p:nvSpPr>
        <p:spPr>
          <a:xfrm>
            <a:off x="1425321" y="514069"/>
            <a:ext cx="9065260" cy="848994"/>
          </a:xfrm>
          <a:prstGeom prst="rect">
            <a:avLst/>
          </a:prstGeom>
        </p:spPr>
        <p:txBody>
          <a:bodyPr vert="horz" wrap="square" lIns="0" tIns="12700" rIns="0" bIns="0" rtlCol="0">
            <a:spAutoFit/>
          </a:bodyPr>
          <a:lstStyle/>
          <a:p>
            <a:pPr marL="12700" algn="ctr">
              <a:lnSpc>
                <a:spcPct val="100000"/>
              </a:lnSpc>
              <a:spcBef>
                <a:spcPts val="100"/>
              </a:spcBef>
            </a:pPr>
            <a:r>
              <a:rPr lang="en-US" u="sng" dirty="0">
                <a:solidFill>
                  <a:srgbClr val="336DA8"/>
                </a:solidFill>
                <a:uFill>
                  <a:solidFill>
                    <a:srgbClr val="336DA8"/>
                  </a:solidFill>
                </a:uFill>
              </a:rPr>
              <a:t>Data Exploration</a:t>
            </a:r>
            <a:endParaRPr u="sng" spc="-170" dirty="0">
              <a:solidFill>
                <a:srgbClr val="336DA8"/>
              </a:solidFill>
              <a:uFill>
                <a:solidFill>
                  <a:srgbClr val="336DA8"/>
                </a:solidFill>
              </a:uFill>
            </a:endParaRPr>
          </a:p>
        </p:txBody>
      </p:sp>
      <p:sp>
        <p:nvSpPr>
          <p:cNvPr id="5" name="object 5">
            <a:extLst>
              <a:ext uri="{FF2B5EF4-FFF2-40B4-BE49-F238E27FC236}">
                <a16:creationId xmlns:a16="http://schemas.microsoft.com/office/drawing/2014/main" id="{9E2BB22A-57EA-6D5C-04F3-B2B988FF7AD9}"/>
              </a:ext>
            </a:extLst>
          </p:cNvPr>
          <p:cNvSpPr txBox="1">
            <a:spLocks noGrp="1"/>
          </p:cNvSpPr>
          <p:nvPr>
            <p:ph type="ftr" sz="quarter" idx="5"/>
          </p:nvPr>
        </p:nvSpPr>
        <p:spPr>
          <a:xfrm>
            <a:off x="1784399" y="6414514"/>
            <a:ext cx="1092328"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6" name="object 6">
            <a:extLst>
              <a:ext uri="{FF2B5EF4-FFF2-40B4-BE49-F238E27FC236}">
                <a16:creationId xmlns:a16="http://schemas.microsoft.com/office/drawing/2014/main" id="{D7D9ACD7-B9A4-B6D6-7929-9C526257E98F}"/>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10</a:t>
            </a:fld>
            <a:endParaRPr spc="-25" dirty="0"/>
          </a:p>
        </p:txBody>
      </p:sp>
      <p:pic>
        <p:nvPicPr>
          <p:cNvPr id="7" name="Picture 6" descr="A logo of a company&#10;&#10;AI-generated content may be incorrect.">
            <a:extLst>
              <a:ext uri="{FF2B5EF4-FFF2-40B4-BE49-F238E27FC236}">
                <a16:creationId xmlns:a16="http://schemas.microsoft.com/office/drawing/2014/main" id="{6AA00AA8-8A92-824A-18E6-F38F9CA332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pic>
        <p:nvPicPr>
          <p:cNvPr id="4" name="Picture 3">
            <a:extLst>
              <a:ext uri="{FF2B5EF4-FFF2-40B4-BE49-F238E27FC236}">
                <a16:creationId xmlns:a16="http://schemas.microsoft.com/office/drawing/2014/main" id="{81192694-3352-55AA-9AD0-FDCC6865C674}"/>
              </a:ext>
            </a:extLst>
          </p:cNvPr>
          <p:cNvPicPr>
            <a:picLocks noChangeAspect="1"/>
          </p:cNvPicPr>
          <p:nvPr/>
        </p:nvPicPr>
        <p:blipFill>
          <a:blip r:embed="rId3"/>
          <a:stretch>
            <a:fillRect/>
          </a:stretch>
        </p:blipFill>
        <p:spPr>
          <a:xfrm>
            <a:off x="925386" y="1595181"/>
            <a:ext cx="5591955" cy="3667637"/>
          </a:xfrm>
          <a:prstGeom prst="rect">
            <a:avLst/>
          </a:prstGeom>
        </p:spPr>
      </p:pic>
      <p:pic>
        <p:nvPicPr>
          <p:cNvPr id="11" name="Picture 10">
            <a:extLst>
              <a:ext uri="{FF2B5EF4-FFF2-40B4-BE49-F238E27FC236}">
                <a16:creationId xmlns:a16="http://schemas.microsoft.com/office/drawing/2014/main" id="{8FF733F9-C690-DF34-01BF-7B1C4BC5D3CA}"/>
              </a:ext>
            </a:extLst>
          </p:cNvPr>
          <p:cNvPicPr>
            <a:picLocks noChangeAspect="1"/>
          </p:cNvPicPr>
          <p:nvPr/>
        </p:nvPicPr>
        <p:blipFill>
          <a:blip r:embed="rId4"/>
          <a:stretch>
            <a:fillRect/>
          </a:stretch>
        </p:blipFill>
        <p:spPr>
          <a:xfrm>
            <a:off x="6252861" y="1563230"/>
            <a:ext cx="4172532" cy="1724266"/>
          </a:xfrm>
          <a:prstGeom prst="rect">
            <a:avLst/>
          </a:prstGeom>
        </p:spPr>
      </p:pic>
      <p:sp>
        <p:nvSpPr>
          <p:cNvPr id="15" name="TextBox 14">
            <a:extLst>
              <a:ext uri="{FF2B5EF4-FFF2-40B4-BE49-F238E27FC236}">
                <a16:creationId xmlns:a16="http://schemas.microsoft.com/office/drawing/2014/main" id="{62F979DD-3822-ECEC-C209-8E6CAC1FD4BC}"/>
              </a:ext>
            </a:extLst>
          </p:cNvPr>
          <p:cNvSpPr txBox="1"/>
          <p:nvPr/>
        </p:nvSpPr>
        <p:spPr>
          <a:xfrm>
            <a:off x="6252861" y="3048000"/>
            <a:ext cx="5892612" cy="2062103"/>
          </a:xfrm>
          <a:prstGeom prst="rect">
            <a:avLst/>
          </a:prstGeom>
          <a:noFill/>
        </p:spPr>
        <p:txBody>
          <a:bodyPr wrap="square">
            <a:spAutoFit/>
          </a:bodyPr>
          <a:lstStyle/>
          <a:p>
            <a:pPr>
              <a:buNone/>
            </a:pPr>
            <a:r>
              <a:rPr lang="en-US" sz="1400" dirty="0">
                <a:latin typeface="Arial" panose="020B0604020202020204" pitchFamily="34" charset="0"/>
                <a:cs typeface="Arial" panose="020B0604020202020204" pitchFamily="34" charset="0"/>
              </a:rPr>
              <a:t>A </a:t>
            </a:r>
            <a:r>
              <a:rPr lang="en-US" sz="1600" b="1" dirty="0">
                <a:latin typeface="Arial" panose="020B0604020202020204" pitchFamily="34" charset="0"/>
                <a:cs typeface="Arial" panose="020B0604020202020204" pitchFamily="34" charset="0"/>
              </a:rPr>
              <a:t>correlation matrix</a:t>
            </a:r>
            <a:r>
              <a:rPr lang="en-US" sz="1600" dirty="0">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shows how strongly numerical variables are related to one another. In this dataset, the correlations are all very close to zero, which indicates </a:t>
            </a:r>
            <a:r>
              <a:rPr lang="en-US" sz="1400" b="1" dirty="0">
                <a:latin typeface="Arial" panose="020B0604020202020204" pitchFamily="34" charset="0"/>
                <a:cs typeface="Arial" panose="020B0604020202020204" pitchFamily="34" charset="0"/>
              </a:rPr>
              <a:t>very weak relationship</a:t>
            </a:r>
            <a:r>
              <a:rPr lang="en-US" sz="1400" dirty="0">
                <a:latin typeface="Arial" panose="020B0604020202020204" pitchFamily="34" charset="0"/>
                <a:cs typeface="Arial" panose="020B0604020202020204" pitchFamily="34" charset="0"/>
              </a:rPr>
              <a:t> between the numeric columns:</a:t>
            </a:r>
          </a:p>
          <a:p>
            <a:pPr>
              <a:buFont typeface="Arial" panose="020B0604020202020204" pitchFamily="34" charset="0"/>
              <a:buChar char="•"/>
            </a:pPr>
            <a:r>
              <a:rPr lang="en-US" sz="1400" b="1" dirty="0">
                <a:latin typeface="Arial" panose="020B0604020202020204" pitchFamily="34" charset="0"/>
                <a:cs typeface="Arial" panose="020B0604020202020204" pitchFamily="34" charset="0"/>
              </a:rPr>
              <a:t>Row ID and Sales:</a:t>
            </a:r>
            <a:r>
              <a:rPr lang="en-US" sz="1400" dirty="0">
                <a:latin typeface="Arial" panose="020B0604020202020204" pitchFamily="34" charset="0"/>
                <a:cs typeface="Arial" panose="020B0604020202020204" pitchFamily="34" charset="0"/>
              </a:rPr>
              <a:t> 0.001 → No meaningful relationship</a:t>
            </a:r>
          </a:p>
          <a:p>
            <a:pPr>
              <a:buFont typeface="Arial" panose="020B0604020202020204" pitchFamily="34" charset="0"/>
              <a:buChar char="•"/>
            </a:pPr>
            <a:r>
              <a:rPr lang="en-US" sz="1400" b="1" dirty="0">
                <a:latin typeface="Arial" panose="020B0604020202020204" pitchFamily="34" charset="0"/>
                <a:cs typeface="Arial" panose="020B0604020202020204" pitchFamily="34" charset="0"/>
              </a:rPr>
              <a:t>Postal Code and Sales:</a:t>
            </a:r>
            <a:r>
              <a:rPr lang="en-US" sz="1400" dirty="0">
                <a:latin typeface="Arial" panose="020B0604020202020204" pitchFamily="34" charset="0"/>
                <a:cs typeface="Arial" panose="020B0604020202020204" pitchFamily="34" charset="0"/>
              </a:rPr>
              <a:t> –0.024 → No meaningful relationship</a:t>
            </a:r>
          </a:p>
          <a:p>
            <a:pPr>
              <a:buFont typeface="Arial" panose="020B0604020202020204" pitchFamily="34" charset="0"/>
              <a:buChar char="•"/>
            </a:pPr>
            <a:r>
              <a:rPr lang="en-US" sz="1400" b="1" dirty="0">
                <a:latin typeface="Arial" panose="020B0604020202020204" pitchFamily="34" charset="0"/>
                <a:cs typeface="Arial" panose="020B0604020202020204" pitchFamily="34" charset="0"/>
              </a:rPr>
              <a:t>Row ID and Postal Code:</a:t>
            </a:r>
            <a:r>
              <a:rPr lang="en-US" sz="1400" dirty="0">
                <a:latin typeface="Arial" panose="020B0604020202020204" pitchFamily="34" charset="0"/>
                <a:cs typeface="Arial" panose="020B0604020202020204" pitchFamily="34" charset="0"/>
              </a:rPr>
              <a:t> 0.013 → No relationship</a:t>
            </a:r>
          </a:p>
          <a:p>
            <a:pPr>
              <a:buNone/>
            </a:pPr>
            <a:r>
              <a:rPr lang="en-US" sz="1400" dirty="0">
                <a:latin typeface="Arial" panose="020B0604020202020204" pitchFamily="34" charset="0"/>
                <a:cs typeface="Arial" panose="020B0604020202020204" pitchFamily="34" charset="0"/>
              </a:rPr>
              <a:t>This means that none of these numeric fields influence each other directly, and they can be treated as </a:t>
            </a:r>
            <a:r>
              <a:rPr lang="en-US" sz="1400" b="1" dirty="0">
                <a:latin typeface="Arial" panose="020B0604020202020204" pitchFamily="34" charset="0"/>
                <a:cs typeface="Arial" panose="020B0604020202020204" pitchFamily="34" charset="0"/>
              </a:rPr>
              <a:t>independent variables</a:t>
            </a:r>
            <a:r>
              <a:rPr lang="en-US" sz="1400" dirty="0">
                <a:latin typeface="Arial" panose="020B0604020202020204" pitchFamily="34" charset="0"/>
                <a:cs typeface="Arial" panose="020B0604020202020204" pitchFamily="34" charset="0"/>
              </a:rPr>
              <a:t> in analysis.</a:t>
            </a:r>
          </a:p>
        </p:txBody>
      </p:sp>
    </p:spTree>
    <p:extLst>
      <p:ext uri="{BB962C8B-B14F-4D97-AF65-F5344CB8AC3E}">
        <p14:creationId xmlns:p14="http://schemas.microsoft.com/office/powerpoint/2010/main" val="1963977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10" dirty="0"/>
              <a:t>5/17/2025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11</a:t>
            </a:fld>
            <a:endParaRPr spc="-25" dirty="0"/>
          </a:p>
        </p:txBody>
      </p:sp>
      <p:pic>
        <p:nvPicPr>
          <p:cNvPr id="7" name="Picture 6" descr="A logo of a company&#10;&#10;AI-generated content may be incorrect.">
            <a:extLst>
              <a:ext uri="{FF2B5EF4-FFF2-40B4-BE49-F238E27FC236}">
                <a16:creationId xmlns:a16="http://schemas.microsoft.com/office/drawing/2014/main" id="{0032A1B1-7D7D-BEE3-C3FD-89D71EA9E4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
        <p:nvSpPr>
          <p:cNvPr id="8" name="Text 1">
            <a:extLst>
              <a:ext uri="{FF2B5EF4-FFF2-40B4-BE49-F238E27FC236}">
                <a16:creationId xmlns:a16="http://schemas.microsoft.com/office/drawing/2014/main" id="{4DE6A54A-DDBB-CEF9-F200-599933629218}"/>
              </a:ext>
            </a:extLst>
          </p:cNvPr>
          <p:cNvSpPr/>
          <p:nvPr/>
        </p:nvSpPr>
        <p:spPr>
          <a:xfrm>
            <a:off x="1371600" y="749025"/>
            <a:ext cx="8750586" cy="838200"/>
          </a:xfrm>
          <a:prstGeom prst="rect">
            <a:avLst/>
          </a:prstGeom>
          <a:noFill/>
          <a:ln/>
        </p:spPr>
        <p:txBody>
          <a:bodyPr wrap="none" lIns="0" tIns="0" rIns="0" bIns="0" rtlCol="0" anchor="t"/>
          <a:lstStyle/>
          <a:p>
            <a:pPr marL="0" indent="0" algn="l">
              <a:lnSpc>
                <a:spcPts val="5500"/>
              </a:lnSpc>
              <a:buNone/>
            </a:pPr>
            <a:r>
              <a:rPr lang="en-US" sz="4400" b="1" u="sng" spc="335" dirty="0">
                <a:solidFill>
                  <a:srgbClr val="336DA8"/>
                </a:solidFill>
                <a:uFill>
                  <a:solidFill>
                    <a:srgbClr val="336DA8"/>
                  </a:solidFill>
                </a:uFill>
                <a:latin typeface="Arial" panose="020B0604020202020204" pitchFamily="34" charset="0"/>
                <a:ea typeface="+mj-ea"/>
                <a:cs typeface="Arial" panose="020B0604020202020204" pitchFamily="34" charset="0"/>
              </a:rPr>
              <a:t>Challenges</a:t>
            </a:r>
            <a:r>
              <a:rPr lang="en-US" sz="3200" u="sng" dirty="0">
                <a:solidFill>
                  <a:srgbClr val="000000"/>
                </a:solidFill>
                <a:latin typeface="Arial" panose="020B0604020202020204" pitchFamily="34" charset="0"/>
                <a:ea typeface="IBM Plex Sans Medium" pitchFamily="34" charset="-122"/>
                <a:cs typeface="Arial" panose="020B0604020202020204" pitchFamily="34" charset="0"/>
              </a:rPr>
              <a:t> </a:t>
            </a:r>
            <a:r>
              <a:rPr lang="en-US" sz="4400" b="1" u="sng" spc="335" dirty="0">
                <a:solidFill>
                  <a:srgbClr val="336DA8"/>
                </a:solidFill>
                <a:uFill>
                  <a:solidFill>
                    <a:srgbClr val="336DA8"/>
                  </a:solidFill>
                </a:uFill>
                <a:latin typeface="Arial" panose="020B0604020202020204" pitchFamily="34" charset="0"/>
                <a:ea typeface="+mj-ea"/>
                <a:cs typeface="Arial" panose="020B0604020202020204" pitchFamily="34" charset="0"/>
              </a:rPr>
              <a:t>in</a:t>
            </a:r>
            <a:r>
              <a:rPr lang="en-US" sz="3200" u="sng" dirty="0">
                <a:solidFill>
                  <a:srgbClr val="000000"/>
                </a:solidFill>
                <a:latin typeface="Arial" panose="020B0604020202020204" pitchFamily="34" charset="0"/>
                <a:ea typeface="IBM Plex Sans Medium" pitchFamily="34" charset="-122"/>
                <a:cs typeface="Arial" panose="020B0604020202020204" pitchFamily="34" charset="0"/>
              </a:rPr>
              <a:t> </a:t>
            </a:r>
            <a:r>
              <a:rPr lang="en-US" sz="4400" b="1" u="sng" spc="335" dirty="0">
                <a:solidFill>
                  <a:srgbClr val="336DA8"/>
                </a:solidFill>
                <a:uFill>
                  <a:solidFill>
                    <a:srgbClr val="336DA8"/>
                  </a:solidFill>
                </a:uFill>
                <a:latin typeface="Arial" panose="020B0604020202020204" pitchFamily="34" charset="0"/>
                <a:ea typeface="+mj-ea"/>
                <a:cs typeface="Arial" panose="020B0604020202020204" pitchFamily="34" charset="0"/>
              </a:rPr>
              <a:t>Original</a:t>
            </a:r>
            <a:r>
              <a:rPr lang="en-US" sz="3200" u="sng" dirty="0">
                <a:solidFill>
                  <a:srgbClr val="000000"/>
                </a:solidFill>
                <a:latin typeface="Arial" panose="020B0604020202020204" pitchFamily="34" charset="0"/>
                <a:ea typeface="IBM Plex Sans Medium" pitchFamily="34" charset="-122"/>
                <a:cs typeface="Arial" panose="020B0604020202020204" pitchFamily="34" charset="0"/>
              </a:rPr>
              <a:t> </a:t>
            </a:r>
            <a:r>
              <a:rPr lang="en-US" sz="4400" b="1" u="sng" spc="335" dirty="0">
                <a:solidFill>
                  <a:srgbClr val="336DA8"/>
                </a:solidFill>
                <a:uFill>
                  <a:solidFill>
                    <a:srgbClr val="336DA8"/>
                  </a:solidFill>
                </a:uFill>
                <a:latin typeface="Arial" panose="020B0604020202020204" pitchFamily="34" charset="0"/>
                <a:ea typeface="+mj-ea"/>
                <a:cs typeface="Arial" panose="020B0604020202020204" pitchFamily="34" charset="0"/>
              </a:rPr>
              <a:t>Datasets</a:t>
            </a:r>
          </a:p>
        </p:txBody>
      </p:sp>
      <p:sp>
        <p:nvSpPr>
          <p:cNvPr id="11" name="Text 5">
            <a:extLst>
              <a:ext uri="{FF2B5EF4-FFF2-40B4-BE49-F238E27FC236}">
                <a16:creationId xmlns:a16="http://schemas.microsoft.com/office/drawing/2014/main" id="{2CB77957-D2ED-1095-2275-68D356549F20}"/>
              </a:ext>
            </a:extLst>
          </p:cNvPr>
          <p:cNvSpPr/>
          <p:nvPr/>
        </p:nvSpPr>
        <p:spPr>
          <a:xfrm>
            <a:off x="1198684" y="1968698"/>
            <a:ext cx="3384709" cy="352068"/>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IBM Plex Sans Medium" pitchFamily="34" charset="0"/>
                <a:ea typeface="IBM Plex Sans Medium" pitchFamily="34" charset="-122"/>
                <a:cs typeface="IBM Plex Sans Medium" pitchFamily="34" charset="-120"/>
              </a:rPr>
              <a:t>Data Type Inconsistencies</a:t>
            </a:r>
            <a:endParaRPr lang="en-US" sz="2200" dirty="0"/>
          </a:p>
        </p:txBody>
      </p:sp>
      <p:sp>
        <p:nvSpPr>
          <p:cNvPr id="12" name="Text 6">
            <a:extLst>
              <a:ext uri="{FF2B5EF4-FFF2-40B4-BE49-F238E27FC236}">
                <a16:creationId xmlns:a16="http://schemas.microsoft.com/office/drawing/2014/main" id="{A45E8331-55A9-F39D-3663-3F13A8C7E46A}"/>
              </a:ext>
            </a:extLst>
          </p:cNvPr>
          <p:cNvSpPr/>
          <p:nvPr/>
        </p:nvSpPr>
        <p:spPr>
          <a:xfrm>
            <a:off x="1198684" y="2471274"/>
            <a:ext cx="5810964" cy="3396126"/>
          </a:xfrm>
          <a:prstGeom prst="rect">
            <a:avLst/>
          </a:prstGeom>
          <a:noFill/>
          <a:ln/>
        </p:spPr>
        <p:txBody>
          <a:bodyPr wrap="square" lIns="0" tIns="0" rIns="0" bIns="0" rtlCol="0" anchor="t"/>
          <a:lstStyle/>
          <a:p>
            <a:pPr marL="0" indent="0" algn="l">
              <a:lnSpc>
                <a:spcPts val="2800"/>
              </a:lnSpc>
              <a:buNone/>
            </a:pPr>
            <a:r>
              <a:rPr lang="en-US" sz="1750" dirty="0">
                <a:solidFill>
                  <a:srgbClr val="000000"/>
                </a:solidFill>
                <a:highlight>
                  <a:srgbClr val="C7C7C4"/>
                </a:highlight>
                <a:latin typeface="Consolas" pitchFamily="34" charset="0"/>
                <a:ea typeface="Consolas" pitchFamily="34" charset="-122"/>
                <a:cs typeface="Consolas" pitchFamily="34" charset="-120"/>
              </a:rPr>
              <a:t>Order Date</a:t>
            </a:r>
            <a:r>
              <a:rPr lang="en-US" sz="1750" dirty="0">
                <a:solidFill>
                  <a:srgbClr val="000000"/>
                </a:solidFill>
                <a:latin typeface="Roboto" pitchFamily="34" charset="0"/>
                <a:ea typeface="Roboto" pitchFamily="34" charset="-122"/>
                <a:cs typeface="Roboto" pitchFamily="34" charset="-120"/>
              </a:rPr>
              <a:t> and </a:t>
            </a:r>
            <a:r>
              <a:rPr lang="en-US" sz="1750" dirty="0">
                <a:solidFill>
                  <a:srgbClr val="000000"/>
                </a:solidFill>
                <a:highlight>
                  <a:srgbClr val="C7C7C4"/>
                </a:highlight>
                <a:latin typeface="Consolas" pitchFamily="34" charset="0"/>
                <a:ea typeface="Consolas" pitchFamily="34" charset="-122"/>
                <a:cs typeface="Consolas" pitchFamily="34" charset="-120"/>
              </a:rPr>
              <a:t>Ship Date</a:t>
            </a:r>
            <a:r>
              <a:rPr lang="en-US" sz="1750" dirty="0">
                <a:solidFill>
                  <a:srgbClr val="000000"/>
                </a:solidFill>
                <a:latin typeface="Roboto" pitchFamily="34" charset="0"/>
                <a:ea typeface="Roboto" pitchFamily="34" charset="-122"/>
                <a:cs typeface="Roboto" pitchFamily="34" charset="-120"/>
              </a:rPr>
              <a:t> columns in superstore dataset are not in a standard date-time format, complicating time-series analysis.</a:t>
            </a:r>
          </a:p>
          <a:p>
            <a:pPr algn="l">
              <a:lnSpc>
                <a:spcPts val="2800"/>
              </a:lnSpc>
            </a:pPr>
            <a:r>
              <a:rPr lang="en-US" sz="1750" dirty="0">
                <a:solidFill>
                  <a:srgbClr val="000000"/>
                </a:solidFill>
                <a:latin typeface="Roboto" pitchFamily="34" charset="0"/>
                <a:ea typeface="Roboto" pitchFamily="34" charset="-122"/>
              </a:rPr>
              <a:t>The </a:t>
            </a:r>
            <a:r>
              <a:rPr lang="en-US" sz="1600" dirty="0">
                <a:solidFill>
                  <a:srgbClr val="000000"/>
                </a:solidFill>
                <a:highlight>
                  <a:srgbClr val="C7C7C4"/>
                </a:highlight>
                <a:latin typeface="Consolas" pitchFamily="34" charset="0"/>
                <a:ea typeface="Consolas" pitchFamily="34" charset="-122"/>
                <a:cs typeface="Consolas" pitchFamily="34" charset="-120"/>
              </a:rPr>
              <a:t>Postal Code</a:t>
            </a:r>
            <a:r>
              <a:rPr lang="en-US" sz="1600" dirty="0"/>
              <a:t> </a:t>
            </a:r>
            <a:r>
              <a:rPr lang="en-US" sz="1750" dirty="0">
                <a:solidFill>
                  <a:srgbClr val="000000"/>
                </a:solidFill>
                <a:latin typeface="Roboto" pitchFamily="34" charset="0"/>
                <a:ea typeface="Roboto" pitchFamily="34" charset="-122"/>
              </a:rPr>
              <a:t>column was stored as a float64 numeric type, which caused issues such as the loss of leading zeros and incorrect interpretation of the values as numerical rather than categorical data. This resulted in inaccurate postal code representation and hindered proper analysis, filtering, and grouping within the dataset.</a:t>
            </a:r>
          </a:p>
          <a:p>
            <a:pPr marL="0" indent="0" algn="l">
              <a:lnSpc>
                <a:spcPts val="2800"/>
              </a:lnSpc>
              <a:buNone/>
            </a:pPr>
            <a:endParaRPr lang="en-US" sz="1750" dirty="0"/>
          </a:p>
        </p:txBody>
      </p:sp>
      <p:sp>
        <p:nvSpPr>
          <p:cNvPr id="13" name="Text 9">
            <a:extLst>
              <a:ext uri="{FF2B5EF4-FFF2-40B4-BE49-F238E27FC236}">
                <a16:creationId xmlns:a16="http://schemas.microsoft.com/office/drawing/2014/main" id="{4823F307-7BA4-8112-6C28-8E684D0A6B0F}"/>
              </a:ext>
            </a:extLst>
          </p:cNvPr>
          <p:cNvSpPr/>
          <p:nvPr/>
        </p:nvSpPr>
        <p:spPr>
          <a:xfrm>
            <a:off x="6858000" y="2043952"/>
            <a:ext cx="3846790" cy="352068"/>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IBM Plex Sans Medium" pitchFamily="34" charset="0"/>
                <a:ea typeface="IBM Plex Sans Medium" pitchFamily="34" charset="-122"/>
                <a:cs typeface="IBM Plex Sans Medium" pitchFamily="34" charset="-120"/>
              </a:rPr>
              <a:t>Missing &amp; Inconsistent Values</a:t>
            </a:r>
            <a:endParaRPr lang="en-US" sz="2200" dirty="0"/>
          </a:p>
        </p:txBody>
      </p:sp>
      <p:sp>
        <p:nvSpPr>
          <p:cNvPr id="14" name="Text 10">
            <a:extLst>
              <a:ext uri="{FF2B5EF4-FFF2-40B4-BE49-F238E27FC236}">
                <a16:creationId xmlns:a16="http://schemas.microsoft.com/office/drawing/2014/main" id="{59F681D6-D036-7B42-8B5B-0374E9D636F1}"/>
              </a:ext>
            </a:extLst>
          </p:cNvPr>
          <p:cNvSpPr/>
          <p:nvPr/>
        </p:nvSpPr>
        <p:spPr>
          <a:xfrm>
            <a:off x="6858000" y="2546528"/>
            <a:ext cx="3678116" cy="489302"/>
          </a:xfrm>
          <a:prstGeom prst="rect">
            <a:avLst/>
          </a:prstGeom>
          <a:noFill/>
          <a:ln/>
        </p:spPr>
        <p:txBody>
          <a:bodyPr wrap="square" lIns="0" tIns="0" rIns="0" bIns="0" rtlCol="0" anchor="t"/>
          <a:lstStyle/>
          <a:p>
            <a:pPr marL="0" indent="0" algn="l">
              <a:lnSpc>
                <a:spcPts val="2800"/>
              </a:lnSpc>
              <a:buNone/>
            </a:pPr>
            <a:r>
              <a:rPr lang="en-US" sz="1750" dirty="0">
                <a:solidFill>
                  <a:srgbClr val="000000"/>
                </a:solidFill>
                <a:latin typeface="Roboto" pitchFamily="34" charset="0"/>
                <a:ea typeface="Roboto" pitchFamily="34" charset="-122"/>
                <a:cs typeface="Roboto" pitchFamily="34" charset="-120"/>
              </a:rPr>
              <a:t>Null values in </a:t>
            </a:r>
            <a:r>
              <a:rPr lang="en-US" sz="1750" dirty="0">
                <a:solidFill>
                  <a:srgbClr val="000000"/>
                </a:solidFill>
                <a:highlight>
                  <a:srgbClr val="C7C7C4"/>
                </a:highlight>
                <a:latin typeface="Consolas" pitchFamily="34" charset="0"/>
                <a:ea typeface="Consolas" pitchFamily="34" charset="-122"/>
                <a:cs typeface="Consolas" pitchFamily="34" charset="-120"/>
              </a:rPr>
              <a:t>Postal Code</a:t>
            </a:r>
            <a:r>
              <a:rPr lang="en-US" sz="1750" dirty="0">
                <a:solidFill>
                  <a:srgbClr val="000000"/>
                </a:solidFill>
                <a:latin typeface="Roboto" pitchFamily="34" charset="0"/>
                <a:ea typeface="Roboto" pitchFamily="34" charset="-122"/>
                <a:cs typeface="Roboto" pitchFamily="34" charset="-120"/>
              </a:rPr>
              <a:t> column.</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8B090-886E-66EC-6465-EC6F4029FEB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12EAA9D-1544-4D62-7418-BA40F6173C10}"/>
              </a:ext>
            </a:extLst>
          </p:cNvPr>
          <p:cNvSpPr txBox="1">
            <a:spLocks noGrp="1"/>
          </p:cNvSpPr>
          <p:nvPr>
            <p:ph type="title"/>
          </p:nvPr>
        </p:nvSpPr>
        <p:spPr>
          <a:xfrm>
            <a:off x="1471676" y="336819"/>
            <a:ext cx="9065260" cy="848994"/>
          </a:xfrm>
          <a:prstGeom prst="rect">
            <a:avLst/>
          </a:prstGeom>
        </p:spPr>
        <p:txBody>
          <a:bodyPr vert="horz" wrap="square" lIns="0" tIns="12700" rIns="0" bIns="0" rtlCol="0">
            <a:spAutoFit/>
          </a:bodyPr>
          <a:lstStyle/>
          <a:p>
            <a:pPr marL="12700" algn="ctr">
              <a:lnSpc>
                <a:spcPct val="100000"/>
              </a:lnSpc>
              <a:spcBef>
                <a:spcPts val="100"/>
              </a:spcBef>
            </a:pPr>
            <a:r>
              <a:rPr lang="en-US" u="sng" dirty="0">
                <a:solidFill>
                  <a:srgbClr val="336DA8"/>
                </a:solidFill>
                <a:uFill>
                  <a:solidFill>
                    <a:srgbClr val="336DA8"/>
                  </a:solidFill>
                </a:uFill>
              </a:rPr>
              <a:t>Data Cleaning</a:t>
            </a:r>
            <a:endParaRPr u="sng" spc="-170" dirty="0">
              <a:solidFill>
                <a:srgbClr val="336DA8"/>
              </a:solidFill>
              <a:uFill>
                <a:solidFill>
                  <a:srgbClr val="336DA8"/>
                </a:solidFill>
              </a:uFill>
            </a:endParaRPr>
          </a:p>
        </p:txBody>
      </p:sp>
      <p:sp>
        <p:nvSpPr>
          <p:cNvPr id="5" name="object 5">
            <a:extLst>
              <a:ext uri="{FF2B5EF4-FFF2-40B4-BE49-F238E27FC236}">
                <a16:creationId xmlns:a16="http://schemas.microsoft.com/office/drawing/2014/main" id="{471C6032-3968-2B3E-9F15-BFC4BE969497}"/>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10" dirty="0"/>
              <a:t>5/17/2025</a:t>
            </a:r>
          </a:p>
        </p:txBody>
      </p:sp>
      <p:sp>
        <p:nvSpPr>
          <p:cNvPr id="6" name="object 6">
            <a:extLst>
              <a:ext uri="{FF2B5EF4-FFF2-40B4-BE49-F238E27FC236}">
                <a16:creationId xmlns:a16="http://schemas.microsoft.com/office/drawing/2014/main" id="{5FA44946-0602-38F5-AE9A-BE7BC7160D3E}"/>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12</a:t>
            </a:fld>
            <a:endParaRPr spc="-25" dirty="0"/>
          </a:p>
        </p:txBody>
      </p:sp>
      <p:sp>
        <p:nvSpPr>
          <p:cNvPr id="2" name="Text 1">
            <a:extLst>
              <a:ext uri="{FF2B5EF4-FFF2-40B4-BE49-F238E27FC236}">
                <a16:creationId xmlns:a16="http://schemas.microsoft.com/office/drawing/2014/main" id="{6F480872-1B50-FEA2-D5FF-E41BB72EBB22}"/>
              </a:ext>
            </a:extLst>
          </p:cNvPr>
          <p:cNvSpPr/>
          <p:nvPr/>
        </p:nvSpPr>
        <p:spPr>
          <a:xfrm>
            <a:off x="914400" y="1084932"/>
            <a:ext cx="7238999" cy="381119"/>
          </a:xfrm>
          <a:prstGeom prst="rect">
            <a:avLst/>
          </a:prstGeom>
          <a:noFill/>
          <a:ln/>
        </p:spPr>
        <p:txBody>
          <a:bodyPr wrap="none" lIns="0" tIns="0" rIns="0" bIns="0" rtlCol="0" anchor="t"/>
          <a:lstStyle/>
          <a:p>
            <a:pPr marL="0" indent="0" algn="l" rtl="0">
              <a:lnSpc>
                <a:spcPts val="3650"/>
              </a:lnSpc>
              <a:buNone/>
            </a:pPr>
            <a:r>
              <a:rPr lang="en-US" sz="2000" b="1" dirty="0">
                <a:solidFill>
                  <a:schemeClr val="tx1"/>
                </a:solidFill>
                <a:latin typeface="Arial" panose="020B0604020202020204" pitchFamily="34" charset="0"/>
                <a:ea typeface="Petrona Bold" pitchFamily="34" charset="-122"/>
                <a:cs typeface="Arial" panose="020B0604020202020204" pitchFamily="34" charset="0"/>
              </a:rPr>
              <a:t>Postal Code Cleaning: Ensuring Data Integrity</a:t>
            </a:r>
            <a:endParaRPr lang="en-US" sz="2000" b="1" dirty="0">
              <a:solidFill>
                <a:schemeClr val="tx1"/>
              </a:solidFill>
              <a:latin typeface="Arial" panose="020B0604020202020204" pitchFamily="34" charset="0"/>
              <a:cs typeface="Arial" panose="020B0604020202020204" pitchFamily="34" charset="0"/>
            </a:endParaRPr>
          </a:p>
        </p:txBody>
      </p:sp>
      <p:sp>
        <p:nvSpPr>
          <p:cNvPr id="8" name="Text 2">
            <a:extLst>
              <a:ext uri="{FF2B5EF4-FFF2-40B4-BE49-F238E27FC236}">
                <a16:creationId xmlns:a16="http://schemas.microsoft.com/office/drawing/2014/main" id="{B949D23E-663F-637C-99BE-9305F4CCADED}"/>
              </a:ext>
            </a:extLst>
          </p:cNvPr>
          <p:cNvSpPr/>
          <p:nvPr/>
        </p:nvSpPr>
        <p:spPr>
          <a:xfrm>
            <a:off x="914400" y="1947262"/>
            <a:ext cx="2026444" cy="234553"/>
          </a:xfrm>
          <a:prstGeom prst="rect">
            <a:avLst/>
          </a:prstGeom>
          <a:noFill/>
          <a:ln/>
        </p:spPr>
        <p:txBody>
          <a:bodyPr wrap="none" lIns="0" tIns="0" rIns="0" bIns="0" rtlCol="0" anchor="t"/>
          <a:lstStyle/>
          <a:p>
            <a:pPr marL="0" indent="0" algn="l">
              <a:lnSpc>
                <a:spcPts val="1800"/>
              </a:lnSpc>
              <a:buNone/>
            </a:pPr>
            <a:r>
              <a:rPr lang="en-US" b="1" dirty="0">
                <a:solidFill>
                  <a:schemeClr val="tx2"/>
                </a:solidFill>
                <a:latin typeface="Arial" panose="020B0604020202020204" pitchFamily="34" charset="0"/>
                <a:ea typeface="Petrona Bold" pitchFamily="34" charset="-122"/>
                <a:cs typeface="Arial" panose="020B0604020202020204" pitchFamily="34" charset="0"/>
              </a:rPr>
              <a:t>Python Transformation</a:t>
            </a:r>
            <a:endParaRPr lang="en-US" dirty="0">
              <a:solidFill>
                <a:schemeClr val="tx2"/>
              </a:solidFill>
              <a:latin typeface="Arial" panose="020B0604020202020204" pitchFamily="34" charset="0"/>
              <a:cs typeface="Arial" panose="020B0604020202020204" pitchFamily="34" charset="0"/>
            </a:endParaRPr>
          </a:p>
        </p:txBody>
      </p:sp>
      <p:sp>
        <p:nvSpPr>
          <p:cNvPr id="9" name="Text 3">
            <a:extLst>
              <a:ext uri="{FF2B5EF4-FFF2-40B4-BE49-F238E27FC236}">
                <a16:creationId xmlns:a16="http://schemas.microsoft.com/office/drawing/2014/main" id="{D9BCB8A6-5B1A-963F-6C6E-4C0A4CC1DED4}"/>
              </a:ext>
            </a:extLst>
          </p:cNvPr>
          <p:cNvSpPr/>
          <p:nvPr/>
        </p:nvSpPr>
        <p:spPr>
          <a:xfrm>
            <a:off x="914400" y="2223044"/>
            <a:ext cx="4939203" cy="457438"/>
          </a:xfrm>
          <a:prstGeom prst="rect">
            <a:avLst/>
          </a:prstGeom>
          <a:noFill/>
          <a:ln/>
        </p:spPr>
        <p:txBody>
          <a:bodyPr wrap="square" lIns="0" tIns="0" rIns="0" bIns="0" rtlCol="0" anchor="t"/>
          <a:lstStyle/>
          <a:p>
            <a:pPr marL="0" indent="0" algn="l">
              <a:lnSpc>
                <a:spcPts val="1800"/>
              </a:lnSpc>
              <a:buNone/>
            </a:pPr>
            <a:r>
              <a:rPr lang="en-US" sz="1400" dirty="0">
                <a:solidFill>
                  <a:schemeClr val="tx1"/>
                </a:solidFill>
                <a:latin typeface="Inter" pitchFamily="34" charset="0"/>
                <a:ea typeface="Inter" pitchFamily="34" charset="-122"/>
                <a:cs typeface="Inter" pitchFamily="34" charset="-120"/>
              </a:rPr>
              <a:t>Converted the 'Postal Code' column from a float64 numeric type to a string format to preserve leading zeros and ensure proper categorical handling.</a:t>
            </a:r>
            <a:endParaRPr lang="en-US" sz="1400" dirty="0">
              <a:solidFill>
                <a:schemeClr val="tx1"/>
              </a:solidFill>
            </a:endParaRPr>
          </a:p>
        </p:txBody>
      </p:sp>
      <p:pic>
        <p:nvPicPr>
          <p:cNvPr id="10" name="Image 0" descr="preencoded.png">
            <a:extLst>
              <a:ext uri="{FF2B5EF4-FFF2-40B4-BE49-F238E27FC236}">
                <a16:creationId xmlns:a16="http://schemas.microsoft.com/office/drawing/2014/main" id="{ECCE9DDD-BE54-B5FA-63E0-52CBEC7F0891}"/>
              </a:ext>
            </a:extLst>
          </p:cNvPr>
          <p:cNvPicPr>
            <a:picLocks noChangeAspect="1"/>
          </p:cNvPicPr>
          <p:nvPr/>
        </p:nvPicPr>
        <p:blipFill>
          <a:blip r:embed="rId3"/>
          <a:stretch>
            <a:fillRect/>
          </a:stretch>
        </p:blipFill>
        <p:spPr>
          <a:xfrm>
            <a:off x="829310" y="2855720"/>
            <a:ext cx="3558897" cy="3392680"/>
          </a:xfrm>
          <a:prstGeom prst="rect">
            <a:avLst/>
          </a:prstGeom>
        </p:spPr>
      </p:pic>
      <p:sp>
        <p:nvSpPr>
          <p:cNvPr id="11" name="Text 7">
            <a:extLst>
              <a:ext uri="{FF2B5EF4-FFF2-40B4-BE49-F238E27FC236}">
                <a16:creationId xmlns:a16="http://schemas.microsoft.com/office/drawing/2014/main" id="{087D90F1-AFBF-C012-5052-B3840F8C40EB}"/>
              </a:ext>
            </a:extLst>
          </p:cNvPr>
          <p:cNvSpPr/>
          <p:nvPr/>
        </p:nvSpPr>
        <p:spPr>
          <a:xfrm>
            <a:off x="6082553" y="1947262"/>
            <a:ext cx="2735818" cy="234553"/>
          </a:xfrm>
          <a:prstGeom prst="rect">
            <a:avLst/>
          </a:prstGeom>
          <a:noFill/>
          <a:ln/>
        </p:spPr>
        <p:txBody>
          <a:bodyPr wrap="none" lIns="0" tIns="0" rIns="0" bIns="0" rtlCol="0" anchor="t"/>
          <a:lstStyle/>
          <a:p>
            <a:pPr marL="0" indent="0" algn="l">
              <a:lnSpc>
                <a:spcPts val="1800"/>
              </a:lnSpc>
              <a:buNone/>
            </a:pPr>
            <a:r>
              <a:rPr lang="en-US" b="1" dirty="0">
                <a:solidFill>
                  <a:schemeClr val="tx2"/>
                </a:solidFill>
                <a:latin typeface="Arial" panose="020B0604020202020204" pitchFamily="34" charset="0"/>
                <a:ea typeface="Petrona Bold" pitchFamily="34" charset="-122"/>
                <a:cs typeface="Arial" panose="020B0604020202020204" pitchFamily="34" charset="0"/>
              </a:rPr>
              <a:t>Excel Missing Value Imputation</a:t>
            </a:r>
            <a:endParaRPr lang="en-US" dirty="0">
              <a:solidFill>
                <a:schemeClr val="tx2"/>
              </a:solidFill>
              <a:latin typeface="Arial" panose="020B0604020202020204" pitchFamily="34" charset="0"/>
              <a:cs typeface="Arial" panose="020B0604020202020204" pitchFamily="34" charset="0"/>
            </a:endParaRPr>
          </a:p>
        </p:txBody>
      </p:sp>
      <p:sp>
        <p:nvSpPr>
          <p:cNvPr id="12" name="Text 8">
            <a:extLst>
              <a:ext uri="{FF2B5EF4-FFF2-40B4-BE49-F238E27FC236}">
                <a16:creationId xmlns:a16="http://schemas.microsoft.com/office/drawing/2014/main" id="{2D4D30FF-E89E-32FD-4C37-4222B4428EFE}"/>
              </a:ext>
            </a:extLst>
          </p:cNvPr>
          <p:cNvSpPr/>
          <p:nvPr/>
        </p:nvSpPr>
        <p:spPr>
          <a:xfrm>
            <a:off x="6096000" y="2205339"/>
            <a:ext cx="5572125" cy="828254"/>
          </a:xfrm>
          <a:prstGeom prst="rect">
            <a:avLst/>
          </a:prstGeom>
          <a:noFill/>
          <a:ln/>
        </p:spPr>
        <p:txBody>
          <a:bodyPr wrap="square" lIns="0" tIns="0" rIns="0" bIns="0" rtlCol="0" anchor="t"/>
          <a:lstStyle/>
          <a:p>
            <a:pPr marL="0" indent="0" algn="l">
              <a:lnSpc>
                <a:spcPts val="1800"/>
              </a:lnSpc>
              <a:buNone/>
            </a:pPr>
            <a:r>
              <a:rPr lang="en-US" sz="1400" dirty="0">
                <a:solidFill>
                  <a:schemeClr val="tx1"/>
                </a:solidFill>
                <a:latin typeface="Inter" pitchFamily="34" charset="0"/>
                <a:ea typeface="Inter" pitchFamily="34" charset="-122"/>
                <a:cs typeface="Inter" pitchFamily="34" charset="-120"/>
              </a:rPr>
              <a:t>Filled any missing postal code values by identifying the most frequent postal code associated with its corresponding 'City' to maintain data consistency.</a:t>
            </a:r>
            <a:endParaRPr lang="en-US" sz="1400" dirty="0">
              <a:solidFill>
                <a:schemeClr val="tx1"/>
              </a:solidFill>
            </a:endParaRPr>
          </a:p>
        </p:txBody>
      </p:sp>
      <p:pic>
        <p:nvPicPr>
          <p:cNvPr id="13" name="Image 1" descr="preencoded.png">
            <a:extLst>
              <a:ext uri="{FF2B5EF4-FFF2-40B4-BE49-F238E27FC236}">
                <a16:creationId xmlns:a16="http://schemas.microsoft.com/office/drawing/2014/main" id="{0F76DE04-D8A8-AF4C-6DD0-E7954344ED1C}"/>
              </a:ext>
            </a:extLst>
          </p:cNvPr>
          <p:cNvPicPr>
            <a:picLocks noChangeAspect="1"/>
          </p:cNvPicPr>
          <p:nvPr/>
        </p:nvPicPr>
        <p:blipFill>
          <a:blip r:embed="rId4"/>
          <a:stretch>
            <a:fillRect/>
          </a:stretch>
        </p:blipFill>
        <p:spPr>
          <a:xfrm>
            <a:off x="7122556" y="2707355"/>
            <a:ext cx="3519011" cy="3935759"/>
          </a:xfrm>
          <a:prstGeom prst="rect">
            <a:avLst/>
          </a:prstGeom>
        </p:spPr>
      </p:pic>
      <p:sp>
        <p:nvSpPr>
          <p:cNvPr id="14" name="Text 1">
            <a:extLst>
              <a:ext uri="{FF2B5EF4-FFF2-40B4-BE49-F238E27FC236}">
                <a16:creationId xmlns:a16="http://schemas.microsoft.com/office/drawing/2014/main" id="{C0263FB2-0A6F-15C8-BD14-377DBB848E99}"/>
              </a:ext>
            </a:extLst>
          </p:cNvPr>
          <p:cNvSpPr/>
          <p:nvPr/>
        </p:nvSpPr>
        <p:spPr>
          <a:xfrm>
            <a:off x="914401" y="1561199"/>
            <a:ext cx="10179810" cy="298221"/>
          </a:xfrm>
          <a:prstGeom prst="rect">
            <a:avLst/>
          </a:prstGeom>
          <a:noFill/>
          <a:ln/>
        </p:spPr>
        <p:txBody>
          <a:bodyPr wrap="none" lIns="0" tIns="0" rIns="0" bIns="0" rtlCol="0" anchor="t"/>
          <a:lstStyle/>
          <a:p>
            <a:pPr marL="0" indent="0" algn="l">
              <a:lnSpc>
                <a:spcPts val="1800"/>
              </a:lnSpc>
              <a:buNone/>
            </a:pPr>
            <a:r>
              <a:rPr lang="en-US" sz="1600" dirty="0">
                <a:solidFill>
                  <a:schemeClr val="tx1"/>
                </a:solidFill>
                <a:latin typeface="Inter" pitchFamily="34" charset="0"/>
                <a:ea typeface="Inter" pitchFamily="34" charset="-122"/>
                <a:cs typeface="Inter" pitchFamily="34" charset="-120"/>
              </a:rPr>
              <a:t>Addressing inconsistencies in postal code data for accurate geographic analysis.</a:t>
            </a:r>
            <a:endParaRPr lang="en-US" sz="1600" dirty="0">
              <a:solidFill>
                <a:schemeClr val="tx1"/>
              </a:solidFill>
            </a:endParaRPr>
          </a:p>
        </p:txBody>
      </p:sp>
    </p:spTree>
    <p:extLst>
      <p:ext uri="{BB962C8B-B14F-4D97-AF65-F5344CB8AC3E}">
        <p14:creationId xmlns:p14="http://schemas.microsoft.com/office/powerpoint/2010/main" val="3184298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6FBB2-A6B8-41E7-4AD9-B8746B2EEC0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8E80E94-D607-087B-6928-39501E8EEF4C}"/>
              </a:ext>
            </a:extLst>
          </p:cNvPr>
          <p:cNvSpPr txBox="1">
            <a:spLocks noGrp="1"/>
          </p:cNvSpPr>
          <p:nvPr>
            <p:ph type="title"/>
          </p:nvPr>
        </p:nvSpPr>
        <p:spPr>
          <a:xfrm>
            <a:off x="1563370" y="212445"/>
            <a:ext cx="9065260" cy="848994"/>
          </a:xfrm>
          <a:prstGeom prst="rect">
            <a:avLst/>
          </a:prstGeom>
        </p:spPr>
        <p:txBody>
          <a:bodyPr vert="horz" wrap="square" lIns="0" tIns="12700" rIns="0" bIns="0" rtlCol="0">
            <a:spAutoFit/>
          </a:bodyPr>
          <a:lstStyle/>
          <a:p>
            <a:pPr marL="12700" algn="ctr">
              <a:lnSpc>
                <a:spcPct val="100000"/>
              </a:lnSpc>
              <a:spcBef>
                <a:spcPts val="100"/>
              </a:spcBef>
            </a:pPr>
            <a:r>
              <a:rPr lang="en-US" u="sng" dirty="0">
                <a:solidFill>
                  <a:srgbClr val="336DA8"/>
                </a:solidFill>
                <a:uFill>
                  <a:solidFill>
                    <a:srgbClr val="336DA8"/>
                  </a:solidFill>
                </a:uFill>
              </a:rPr>
              <a:t>Data Cleaning</a:t>
            </a:r>
            <a:endParaRPr u="sng" spc="-170" dirty="0">
              <a:solidFill>
                <a:srgbClr val="336DA8"/>
              </a:solidFill>
              <a:uFill>
                <a:solidFill>
                  <a:srgbClr val="336DA8"/>
                </a:solidFill>
              </a:uFill>
            </a:endParaRPr>
          </a:p>
        </p:txBody>
      </p:sp>
      <p:sp>
        <p:nvSpPr>
          <p:cNvPr id="5" name="object 5">
            <a:extLst>
              <a:ext uri="{FF2B5EF4-FFF2-40B4-BE49-F238E27FC236}">
                <a16:creationId xmlns:a16="http://schemas.microsoft.com/office/drawing/2014/main" id="{6CEC5633-5887-4635-E010-746BC244EAAE}"/>
              </a:ext>
            </a:extLst>
          </p:cNvPr>
          <p:cNvSpPr txBox="1">
            <a:spLocks noGrp="1"/>
          </p:cNvSpPr>
          <p:nvPr>
            <p:ph type="ftr" sz="quarter" idx="5"/>
          </p:nvPr>
        </p:nvSpPr>
        <p:spPr>
          <a:prstGeom prst="rect">
            <a:avLst/>
          </a:prstGeom>
        </p:spPr>
        <p:txBody>
          <a:bodyPr vert="horz" wrap="square" lIns="0" tIns="0" rIns="0" bIns="0" rtlCol="0">
            <a:spAutoFit/>
          </a:bodyPr>
          <a:lstStyle/>
          <a:p>
            <a:pPr marL="12700">
              <a:lnSpc>
                <a:spcPts val="1620"/>
              </a:lnSpc>
            </a:pPr>
            <a:r>
              <a:rPr spc="-10" dirty="0"/>
              <a:t>5/17/2025</a:t>
            </a:r>
          </a:p>
        </p:txBody>
      </p:sp>
      <p:sp>
        <p:nvSpPr>
          <p:cNvPr id="6" name="object 6">
            <a:extLst>
              <a:ext uri="{FF2B5EF4-FFF2-40B4-BE49-F238E27FC236}">
                <a16:creationId xmlns:a16="http://schemas.microsoft.com/office/drawing/2014/main" id="{9CC80472-5740-330B-1337-ADD2A303847D}"/>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13</a:t>
            </a:fld>
            <a:endParaRPr spc="-25" dirty="0"/>
          </a:p>
        </p:txBody>
      </p:sp>
      <p:sp>
        <p:nvSpPr>
          <p:cNvPr id="2" name="Text 0">
            <a:extLst>
              <a:ext uri="{FF2B5EF4-FFF2-40B4-BE49-F238E27FC236}">
                <a16:creationId xmlns:a16="http://schemas.microsoft.com/office/drawing/2014/main" id="{E60BE7BF-188C-1AE7-54E7-9C7D30D83DB0}"/>
              </a:ext>
            </a:extLst>
          </p:cNvPr>
          <p:cNvSpPr/>
          <p:nvPr/>
        </p:nvSpPr>
        <p:spPr>
          <a:xfrm>
            <a:off x="823092" y="1153311"/>
            <a:ext cx="10210800" cy="378381"/>
          </a:xfrm>
          <a:prstGeom prst="rect">
            <a:avLst/>
          </a:prstGeom>
          <a:noFill/>
          <a:ln/>
        </p:spPr>
        <p:txBody>
          <a:bodyPr wrap="none" lIns="0" tIns="0" rIns="0" bIns="0" rtlCol="0" anchor="t"/>
          <a:lstStyle/>
          <a:p>
            <a:pPr marL="0" indent="0" algn="l">
              <a:lnSpc>
                <a:spcPts val="2950"/>
              </a:lnSpc>
              <a:buNone/>
            </a:pPr>
            <a:r>
              <a:rPr lang="en-US" sz="2000" b="1" dirty="0">
                <a:solidFill>
                  <a:schemeClr val="tx1"/>
                </a:solidFill>
                <a:latin typeface="Arial" panose="020B0604020202020204" pitchFamily="34" charset="0"/>
                <a:ea typeface="Petrona Bold" pitchFamily="34" charset="-122"/>
                <a:cs typeface="Arial" panose="020B0604020202020204" pitchFamily="34" charset="0"/>
              </a:rPr>
              <a:t>Date Field Conversion: Enabling Time-Series Analysis</a:t>
            </a:r>
            <a:endParaRPr lang="en-US" sz="2000" dirty="0">
              <a:solidFill>
                <a:schemeClr val="tx1"/>
              </a:solidFill>
              <a:latin typeface="Arial" panose="020B0604020202020204" pitchFamily="34" charset="0"/>
              <a:cs typeface="Arial" panose="020B0604020202020204" pitchFamily="34" charset="0"/>
            </a:endParaRPr>
          </a:p>
        </p:txBody>
      </p:sp>
      <p:sp>
        <p:nvSpPr>
          <p:cNvPr id="8" name="Text 1">
            <a:extLst>
              <a:ext uri="{FF2B5EF4-FFF2-40B4-BE49-F238E27FC236}">
                <a16:creationId xmlns:a16="http://schemas.microsoft.com/office/drawing/2014/main" id="{F77B4822-865F-6A7A-CE37-F86C869534D0}"/>
              </a:ext>
            </a:extLst>
          </p:cNvPr>
          <p:cNvSpPr/>
          <p:nvPr/>
        </p:nvSpPr>
        <p:spPr>
          <a:xfrm>
            <a:off x="823092" y="1604529"/>
            <a:ext cx="10146300" cy="378381"/>
          </a:xfrm>
          <a:prstGeom prst="rect">
            <a:avLst/>
          </a:prstGeom>
          <a:noFill/>
          <a:ln/>
        </p:spPr>
        <p:txBody>
          <a:bodyPr wrap="none" lIns="0" tIns="0" rIns="0" bIns="0" rtlCol="0" anchor="t"/>
          <a:lstStyle/>
          <a:p>
            <a:pPr marL="0" indent="0" algn="l">
              <a:lnSpc>
                <a:spcPts val="1450"/>
              </a:lnSpc>
              <a:buNone/>
            </a:pPr>
            <a:r>
              <a:rPr lang="en-US" sz="1400" dirty="0">
                <a:solidFill>
                  <a:schemeClr val="tx1"/>
                </a:solidFill>
                <a:latin typeface="Inter" pitchFamily="34" charset="0"/>
                <a:ea typeface="Inter" pitchFamily="34" charset="-122"/>
                <a:cs typeface="Inter" pitchFamily="34" charset="-120"/>
              </a:rPr>
              <a:t>Transforming 'Order Date' and 'Ship Date' from text to datetime objects for comprehensive time-based insights.</a:t>
            </a:r>
            <a:endParaRPr lang="en-US" sz="1400" dirty="0">
              <a:solidFill>
                <a:schemeClr val="tx1"/>
              </a:solidFill>
            </a:endParaRPr>
          </a:p>
        </p:txBody>
      </p:sp>
      <p:sp>
        <p:nvSpPr>
          <p:cNvPr id="9" name="Text 2">
            <a:extLst>
              <a:ext uri="{FF2B5EF4-FFF2-40B4-BE49-F238E27FC236}">
                <a16:creationId xmlns:a16="http://schemas.microsoft.com/office/drawing/2014/main" id="{CE768544-F56C-05B8-383C-424C065828D9}"/>
              </a:ext>
            </a:extLst>
          </p:cNvPr>
          <p:cNvSpPr/>
          <p:nvPr/>
        </p:nvSpPr>
        <p:spPr>
          <a:xfrm>
            <a:off x="854468" y="1913682"/>
            <a:ext cx="2348966" cy="369264"/>
          </a:xfrm>
          <a:prstGeom prst="rect">
            <a:avLst/>
          </a:prstGeom>
          <a:noFill/>
          <a:ln/>
        </p:spPr>
        <p:txBody>
          <a:bodyPr wrap="none" lIns="0" tIns="0" rIns="0" bIns="0" rtlCol="0" anchor="t"/>
          <a:lstStyle/>
          <a:p>
            <a:pPr marL="0" indent="0" algn="l">
              <a:lnSpc>
                <a:spcPts val="1450"/>
              </a:lnSpc>
              <a:buNone/>
            </a:pPr>
            <a:r>
              <a:rPr lang="en-US" sz="1600" b="1" dirty="0">
                <a:solidFill>
                  <a:schemeClr val="tx1"/>
                </a:solidFill>
                <a:latin typeface="Arial" panose="020B0604020202020204" pitchFamily="34" charset="0"/>
                <a:ea typeface="Petrona Bold" pitchFamily="34" charset="-122"/>
                <a:cs typeface="Arial" panose="020B0604020202020204" pitchFamily="34" charset="0"/>
              </a:rPr>
              <a:t>The Challenge</a:t>
            </a:r>
            <a:endParaRPr lang="en-US" sz="1600" dirty="0">
              <a:solidFill>
                <a:schemeClr val="tx1"/>
              </a:solidFill>
              <a:latin typeface="Arial" panose="020B0604020202020204" pitchFamily="34" charset="0"/>
              <a:cs typeface="Arial" panose="020B0604020202020204" pitchFamily="34" charset="0"/>
            </a:endParaRPr>
          </a:p>
        </p:txBody>
      </p:sp>
      <p:sp>
        <p:nvSpPr>
          <p:cNvPr id="10" name="Text 3">
            <a:extLst>
              <a:ext uri="{FF2B5EF4-FFF2-40B4-BE49-F238E27FC236}">
                <a16:creationId xmlns:a16="http://schemas.microsoft.com/office/drawing/2014/main" id="{E34D8F4D-7DE9-3E41-28FF-79857D12DEAD}"/>
              </a:ext>
            </a:extLst>
          </p:cNvPr>
          <p:cNvSpPr/>
          <p:nvPr/>
        </p:nvSpPr>
        <p:spPr>
          <a:xfrm>
            <a:off x="854468" y="2133013"/>
            <a:ext cx="4005089" cy="369094"/>
          </a:xfrm>
          <a:prstGeom prst="rect">
            <a:avLst/>
          </a:prstGeom>
          <a:noFill/>
          <a:ln/>
        </p:spPr>
        <p:txBody>
          <a:bodyPr wrap="square" lIns="0" tIns="0" rIns="0" bIns="0" rtlCol="0" anchor="t"/>
          <a:lstStyle/>
          <a:p>
            <a:pPr marL="0" indent="0" algn="l">
              <a:lnSpc>
                <a:spcPts val="1450"/>
              </a:lnSpc>
              <a:buNone/>
            </a:pPr>
            <a:r>
              <a:rPr lang="en-US" sz="1200" dirty="0">
                <a:solidFill>
                  <a:schemeClr val="tx1"/>
                </a:solidFill>
                <a:latin typeface="Arial" panose="020B0604020202020204" pitchFamily="34" charset="0"/>
                <a:ea typeface="Inter" pitchFamily="34" charset="-122"/>
                <a:cs typeface="Arial" panose="020B0604020202020204" pitchFamily="34" charset="0"/>
              </a:rPr>
              <a:t>Initially, 'Order Date' and 'Ship Date' were stored as generic 'object' (text) types. This format prevents any meaningful temporal calculations or trend analysis.</a:t>
            </a:r>
            <a:endParaRPr lang="en-US" sz="1200" dirty="0">
              <a:solidFill>
                <a:schemeClr val="tx1"/>
              </a:solidFill>
              <a:latin typeface="Arial" panose="020B0604020202020204" pitchFamily="34" charset="0"/>
              <a:cs typeface="Arial" panose="020B0604020202020204" pitchFamily="34" charset="0"/>
            </a:endParaRPr>
          </a:p>
        </p:txBody>
      </p:sp>
      <p:pic>
        <p:nvPicPr>
          <p:cNvPr id="11" name="Image 0" descr="preencoded.png">
            <a:extLst>
              <a:ext uri="{FF2B5EF4-FFF2-40B4-BE49-F238E27FC236}">
                <a16:creationId xmlns:a16="http://schemas.microsoft.com/office/drawing/2014/main" id="{F867738F-5AEC-EC4D-2DF5-DEA99044A5E3}"/>
              </a:ext>
            </a:extLst>
          </p:cNvPr>
          <p:cNvPicPr>
            <a:picLocks noChangeAspect="1"/>
          </p:cNvPicPr>
          <p:nvPr/>
        </p:nvPicPr>
        <p:blipFill>
          <a:blip r:embed="rId2"/>
          <a:stretch>
            <a:fillRect/>
          </a:stretch>
        </p:blipFill>
        <p:spPr>
          <a:xfrm>
            <a:off x="914717" y="3200399"/>
            <a:ext cx="3178135" cy="3080368"/>
          </a:xfrm>
          <a:prstGeom prst="rect">
            <a:avLst/>
          </a:prstGeom>
        </p:spPr>
      </p:pic>
      <p:sp>
        <p:nvSpPr>
          <p:cNvPr id="12" name="Text 7">
            <a:extLst>
              <a:ext uri="{FF2B5EF4-FFF2-40B4-BE49-F238E27FC236}">
                <a16:creationId xmlns:a16="http://schemas.microsoft.com/office/drawing/2014/main" id="{93A88D5E-F46F-1805-7D96-87993586BAD8}"/>
              </a:ext>
            </a:extLst>
          </p:cNvPr>
          <p:cNvSpPr/>
          <p:nvPr/>
        </p:nvSpPr>
        <p:spPr>
          <a:xfrm>
            <a:off x="5927618" y="1948296"/>
            <a:ext cx="4953000" cy="369264"/>
          </a:xfrm>
          <a:prstGeom prst="rect">
            <a:avLst/>
          </a:prstGeom>
          <a:noFill/>
          <a:ln/>
        </p:spPr>
        <p:txBody>
          <a:bodyPr wrap="none" lIns="0" tIns="0" rIns="0" bIns="0" rtlCol="0" anchor="t"/>
          <a:lstStyle/>
          <a:p>
            <a:pPr marL="0" indent="0" algn="l">
              <a:lnSpc>
                <a:spcPts val="1450"/>
              </a:lnSpc>
              <a:buNone/>
            </a:pPr>
            <a:r>
              <a:rPr lang="en-US" sz="1600" b="1" dirty="0">
                <a:solidFill>
                  <a:schemeClr val="tx1"/>
                </a:solidFill>
                <a:latin typeface="Arial" panose="020B0604020202020204" pitchFamily="34" charset="0"/>
                <a:ea typeface="Petrona Bold" pitchFamily="34" charset="-122"/>
                <a:cs typeface="Arial" panose="020B0604020202020204" pitchFamily="34" charset="0"/>
              </a:rPr>
              <a:t>The Solution: Python Datetime Conversion</a:t>
            </a:r>
            <a:endParaRPr lang="en-US" sz="1600" dirty="0">
              <a:solidFill>
                <a:schemeClr val="tx1"/>
              </a:solidFill>
              <a:latin typeface="Arial" panose="020B0604020202020204" pitchFamily="34" charset="0"/>
              <a:cs typeface="Arial" panose="020B0604020202020204" pitchFamily="34" charset="0"/>
            </a:endParaRPr>
          </a:p>
        </p:txBody>
      </p:sp>
      <p:pic>
        <p:nvPicPr>
          <p:cNvPr id="21" name="Picture 20">
            <a:extLst>
              <a:ext uri="{FF2B5EF4-FFF2-40B4-BE49-F238E27FC236}">
                <a16:creationId xmlns:a16="http://schemas.microsoft.com/office/drawing/2014/main" id="{6E69F45C-F17F-B508-EE8A-5988BD97AE98}"/>
              </a:ext>
            </a:extLst>
          </p:cNvPr>
          <p:cNvPicPr>
            <a:picLocks noChangeAspect="1"/>
          </p:cNvPicPr>
          <p:nvPr/>
        </p:nvPicPr>
        <p:blipFill>
          <a:blip r:embed="rId3"/>
          <a:stretch>
            <a:fillRect/>
          </a:stretch>
        </p:blipFill>
        <p:spPr>
          <a:xfrm>
            <a:off x="5927618" y="2253580"/>
            <a:ext cx="5782482" cy="4096322"/>
          </a:xfrm>
          <a:prstGeom prst="rect">
            <a:avLst/>
          </a:prstGeom>
        </p:spPr>
      </p:pic>
      <p:pic>
        <p:nvPicPr>
          <p:cNvPr id="23" name="Picture 22">
            <a:extLst>
              <a:ext uri="{FF2B5EF4-FFF2-40B4-BE49-F238E27FC236}">
                <a16:creationId xmlns:a16="http://schemas.microsoft.com/office/drawing/2014/main" id="{C0E07FC8-74E6-C3D8-E1EF-E445666CA534}"/>
              </a:ext>
            </a:extLst>
          </p:cNvPr>
          <p:cNvPicPr>
            <a:picLocks noChangeAspect="1"/>
          </p:cNvPicPr>
          <p:nvPr/>
        </p:nvPicPr>
        <p:blipFill>
          <a:blip r:embed="rId4"/>
          <a:stretch>
            <a:fillRect/>
          </a:stretch>
        </p:blipFill>
        <p:spPr>
          <a:xfrm>
            <a:off x="914717" y="2786159"/>
            <a:ext cx="3675705" cy="378381"/>
          </a:xfrm>
          <a:prstGeom prst="rect">
            <a:avLst/>
          </a:prstGeom>
        </p:spPr>
      </p:pic>
    </p:spTree>
    <p:extLst>
      <p:ext uri="{BB962C8B-B14F-4D97-AF65-F5344CB8AC3E}">
        <p14:creationId xmlns:p14="http://schemas.microsoft.com/office/powerpoint/2010/main" val="37874050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2D3EA-C3C9-5933-E49E-23E6BA0F312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F7A4938-6E11-5924-0758-9516003D5274}"/>
              </a:ext>
            </a:extLst>
          </p:cNvPr>
          <p:cNvSpPr txBox="1">
            <a:spLocks noGrp="1"/>
          </p:cNvSpPr>
          <p:nvPr>
            <p:ph type="title"/>
          </p:nvPr>
        </p:nvSpPr>
        <p:spPr>
          <a:xfrm>
            <a:off x="1563370" y="383248"/>
            <a:ext cx="9065260" cy="848994"/>
          </a:xfrm>
          <a:prstGeom prst="rect">
            <a:avLst/>
          </a:prstGeom>
        </p:spPr>
        <p:txBody>
          <a:bodyPr vert="horz" wrap="square" lIns="0" tIns="12700" rIns="0" bIns="0" rtlCol="0">
            <a:spAutoFit/>
          </a:bodyPr>
          <a:lstStyle/>
          <a:p>
            <a:pPr marL="12700" algn="ctr">
              <a:lnSpc>
                <a:spcPct val="100000"/>
              </a:lnSpc>
              <a:spcBef>
                <a:spcPts val="100"/>
              </a:spcBef>
            </a:pPr>
            <a:r>
              <a:rPr lang="en-US" u="sng" dirty="0">
                <a:solidFill>
                  <a:srgbClr val="336DA8"/>
                </a:solidFill>
                <a:uFill>
                  <a:solidFill>
                    <a:srgbClr val="336DA8"/>
                  </a:solidFill>
                </a:uFill>
              </a:rPr>
              <a:t>Data Cleaning</a:t>
            </a:r>
            <a:endParaRPr u="sng" spc="-170" dirty="0">
              <a:solidFill>
                <a:srgbClr val="336DA8"/>
              </a:solidFill>
              <a:uFill>
                <a:solidFill>
                  <a:srgbClr val="336DA8"/>
                </a:solidFill>
              </a:uFill>
            </a:endParaRPr>
          </a:p>
        </p:txBody>
      </p:sp>
      <p:sp>
        <p:nvSpPr>
          <p:cNvPr id="5" name="object 5">
            <a:extLst>
              <a:ext uri="{FF2B5EF4-FFF2-40B4-BE49-F238E27FC236}">
                <a16:creationId xmlns:a16="http://schemas.microsoft.com/office/drawing/2014/main" id="{96072EEE-1EB9-EEBC-A22C-D04B77B81757}"/>
              </a:ext>
            </a:extLst>
          </p:cNvPr>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6" name="object 6">
            <a:extLst>
              <a:ext uri="{FF2B5EF4-FFF2-40B4-BE49-F238E27FC236}">
                <a16:creationId xmlns:a16="http://schemas.microsoft.com/office/drawing/2014/main" id="{673D2AB3-3FFD-061E-A0F2-2E5A026A1633}"/>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14</a:t>
            </a:fld>
            <a:endParaRPr spc="-25" dirty="0"/>
          </a:p>
        </p:txBody>
      </p:sp>
      <p:pic>
        <p:nvPicPr>
          <p:cNvPr id="7" name="Picture 6" descr="A logo of a company&#10;&#10;AI-generated content may be incorrect.">
            <a:extLst>
              <a:ext uri="{FF2B5EF4-FFF2-40B4-BE49-F238E27FC236}">
                <a16:creationId xmlns:a16="http://schemas.microsoft.com/office/drawing/2014/main" id="{71B41082-8C6C-179E-C8D2-948E329808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
        <p:nvSpPr>
          <p:cNvPr id="8" name="TextBox 7">
            <a:extLst>
              <a:ext uri="{FF2B5EF4-FFF2-40B4-BE49-F238E27FC236}">
                <a16:creationId xmlns:a16="http://schemas.microsoft.com/office/drawing/2014/main" id="{9AC39FD1-8325-1EB8-A42D-4F3C028F6A26}"/>
              </a:ext>
            </a:extLst>
          </p:cNvPr>
          <p:cNvSpPr txBox="1"/>
          <p:nvPr/>
        </p:nvSpPr>
        <p:spPr>
          <a:xfrm>
            <a:off x="1219200" y="1232242"/>
            <a:ext cx="7476490" cy="584263"/>
          </a:xfrm>
          <a:prstGeom prst="rect">
            <a:avLst/>
          </a:prstGeom>
          <a:noFill/>
        </p:spPr>
        <p:txBody>
          <a:bodyPr wrap="square">
            <a:spAutoFit/>
          </a:bodyPr>
          <a:lstStyle/>
          <a:p>
            <a:pPr marL="0" indent="0" algn="l">
              <a:lnSpc>
                <a:spcPts val="4450"/>
              </a:lnSpc>
              <a:buNone/>
            </a:pPr>
            <a:r>
              <a:rPr lang="en-US" sz="1800" b="1" dirty="0">
                <a:solidFill>
                  <a:schemeClr val="tx2"/>
                </a:solidFill>
                <a:latin typeface="Arial" panose="020B0604020202020204" pitchFamily="34" charset="0"/>
                <a:ea typeface="Petrona Bold" pitchFamily="34" charset="-122"/>
                <a:cs typeface="Arial" panose="020B0604020202020204" pitchFamily="34" charset="0"/>
              </a:rPr>
              <a:t>Sales Enhancements: Adding New Columns &amp; Formatting</a:t>
            </a:r>
            <a:endParaRPr lang="en-US" sz="1800" dirty="0">
              <a:solidFill>
                <a:schemeClr val="tx2"/>
              </a:solidFill>
              <a:latin typeface="Arial" panose="020B0604020202020204" pitchFamily="34" charset="0"/>
              <a:cs typeface="Arial" panose="020B0604020202020204" pitchFamily="34" charset="0"/>
            </a:endParaRPr>
          </a:p>
        </p:txBody>
      </p:sp>
      <p:sp>
        <p:nvSpPr>
          <p:cNvPr id="9" name="Text 1">
            <a:extLst>
              <a:ext uri="{FF2B5EF4-FFF2-40B4-BE49-F238E27FC236}">
                <a16:creationId xmlns:a16="http://schemas.microsoft.com/office/drawing/2014/main" id="{FA9B93B3-610A-CC2F-EDD7-81DDD98F7C45}"/>
              </a:ext>
            </a:extLst>
          </p:cNvPr>
          <p:cNvSpPr/>
          <p:nvPr/>
        </p:nvSpPr>
        <p:spPr>
          <a:xfrm>
            <a:off x="1341800" y="1779821"/>
            <a:ext cx="7926705" cy="278249"/>
          </a:xfrm>
          <a:prstGeom prst="rect">
            <a:avLst/>
          </a:prstGeom>
          <a:noFill/>
          <a:ln/>
        </p:spPr>
        <p:txBody>
          <a:bodyPr wrap="none" lIns="0" tIns="0" rIns="0" bIns="0" rtlCol="0" anchor="t"/>
          <a:lstStyle/>
          <a:p>
            <a:pPr marL="0" indent="0" algn="l">
              <a:lnSpc>
                <a:spcPts val="2150"/>
              </a:lnSpc>
              <a:buNone/>
            </a:pPr>
            <a:r>
              <a:rPr lang="en-US" sz="1400" dirty="0">
                <a:solidFill>
                  <a:schemeClr val="tx1"/>
                </a:solidFill>
                <a:latin typeface="Inter" pitchFamily="34" charset="0"/>
                <a:ea typeface="Inter" pitchFamily="34" charset="-122"/>
                <a:cs typeface="Inter" pitchFamily="34" charset="-120"/>
              </a:rPr>
              <a:t>Expanding the 'Sales' data with calculated financial metrics and consistent currency formatting.</a:t>
            </a:r>
            <a:endParaRPr lang="en-US" sz="1400" dirty="0">
              <a:solidFill>
                <a:schemeClr val="tx1"/>
              </a:solidFill>
            </a:endParaRPr>
          </a:p>
        </p:txBody>
      </p:sp>
      <p:sp>
        <p:nvSpPr>
          <p:cNvPr id="10" name="Text 3">
            <a:extLst>
              <a:ext uri="{FF2B5EF4-FFF2-40B4-BE49-F238E27FC236}">
                <a16:creationId xmlns:a16="http://schemas.microsoft.com/office/drawing/2014/main" id="{F0EFFFFF-DEBC-DAC4-59CD-4F7894804339}"/>
              </a:ext>
            </a:extLst>
          </p:cNvPr>
          <p:cNvSpPr/>
          <p:nvPr/>
        </p:nvSpPr>
        <p:spPr>
          <a:xfrm>
            <a:off x="1341800" y="2300213"/>
            <a:ext cx="2282666" cy="285274"/>
          </a:xfrm>
          <a:prstGeom prst="rect">
            <a:avLst/>
          </a:prstGeom>
          <a:noFill/>
          <a:ln/>
        </p:spPr>
        <p:txBody>
          <a:bodyPr wrap="none" lIns="0" tIns="0" rIns="0" bIns="0" rtlCol="0" anchor="t"/>
          <a:lstStyle/>
          <a:p>
            <a:pPr marL="0" indent="0" algn="l">
              <a:lnSpc>
                <a:spcPts val="2200"/>
              </a:lnSpc>
              <a:buNone/>
            </a:pPr>
            <a:r>
              <a:rPr lang="en-US" b="1" dirty="0">
                <a:solidFill>
                  <a:schemeClr val="tx1"/>
                </a:solidFill>
                <a:latin typeface="Arial" panose="020B0604020202020204" pitchFamily="34" charset="0"/>
                <a:ea typeface="Petrona Bold" pitchFamily="34" charset="-122"/>
                <a:cs typeface="Arial" panose="020B0604020202020204" pitchFamily="34" charset="0"/>
              </a:rPr>
              <a:t>Calculated Columns</a:t>
            </a:r>
            <a:endParaRPr lang="en-US" dirty="0">
              <a:solidFill>
                <a:schemeClr val="tx1"/>
              </a:solidFill>
              <a:latin typeface="Arial" panose="020B0604020202020204" pitchFamily="34" charset="0"/>
              <a:cs typeface="Arial" panose="020B0604020202020204" pitchFamily="34" charset="0"/>
            </a:endParaRPr>
          </a:p>
        </p:txBody>
      </p:sp>
      <p:sp>
        <p:nvSpPr>
          <p:cNvPr id="11" name="Text 4">
            <a:extLst>
              <a:ext uri="{FF2B5EF4-FFF2-40B4-BE49-F238E27FC236}">
                <a16:creationId xmlns:a16="http://schemas.microsoft.com/office/drawing/2014/main" id="{7741F913-8B54-9332-DC33-D9E2C12DB0F9}"/>
              </a:ext>
            </a:extLst>
          </p:cNvPr>
          <p:cNvSpPr/>
          <p:nvPr/>
        </p:nvSpPr>
        <p:spPr>
          <a:xfrm>
            <a:off x="1341800" y="2700456"/>
            <a:ext cx="7464743" cy="278249"/>
          </a:xfrm>
          <a:prstGeom prst="rect">
            <a:avLst/>
          </a:prstGeom>
          <a:noFill/>
          <a:ln/>
        </p:spPr>
        <p:txBody>
          <a:bodyPr wrap="none" lIns="0" tIns="0" rIns="0" bIns="0" rtlCol="0" anchor="t"/>
          <a:lstStyle/>
          <a:p>
            <a:pPr marL="342900" indent="-342900" algn="l">
              <a:lnSpc>
                <a:spcPts val="2150"/>
              </a:lnSpc>
              <a:buSzPct val="100000"/>
              <a:buChar char="•"/>
            </a:pPr>
            <a:r>
              <a:rPr lang="en-US" sz="1400" b="1" dirty="0">
                <a:solidFill>
                  <a:schemeClr val="tx1"/>
                </a:solidFill>
                <a:latin typeface="Inter" pitchFamily="34" charset="0"/>
                <a:ea typeface="Inter" pitchFamily="34" charset="-122"/>
                <a:cs typeface="Inter" pitchFamily="34" charset="-120"/>
              </a:rPr>
              <a:t>Tax Value:</a:t>
            </a:r>
            <a:r>
              <a:rPr lang="en-US" sz="1400" dirty="0">
                <a:solidFill>
                  <a:schemeClr val="tx1"/>
                </a:solidFill>
                <a:latin typeface="Inter" pitchFamily="34" charset="0"/>
                <a:ea typeface="Inter" pitchFamily="34" charset="-122"/>
                <a:cs typeface="Inter" pitchFamily="34" charset="-120"/>
              </a:rPr>
              <a:t> 1% of Sales</a:t>
            </a:r>
            <a:endParaRPr lang="en-US" sz="1400" dirty="0">
              <a:solidFill>
                <a:schemeClr val="tx1"/>
              </a:solidFill>
            </a:endParaRPr>
          </a:p>
        </p:txBody>
      </p:sp>
      <p:sp>
        <p:nvSpPr>
          <p:cNvPr id="12" name="Text 5">
            <a:extLst>
              <a:ext uri="{FF2B5EF4-FFF2-40B4-BE49-F238E27FC236}">
                <a16:creationId xmlns:a16="http://schemas.microsoft.com/office/drawing/2014/main" id="{FC5DF89B-1A0C-C27B-98A0-C0949EC2A575}"/>
              </a:ext>
            </a:extLst>
          </p:cNvPr>
          <p:cNvSpPr/>
          <p:nvPr/>
        </p:nvSpPr>
        <p:spPr>
          <a:xfrm>
            <a:off x="1341799" y="3042461"/>
            <a:ext cx="7464743" cy="278249"/>
          </a:xfrm>
          <a:prstGeom prst="rect">
            <a:avLst/>
          </a:prstGeom>
          <a:noFill/>
          <a:ln/>
        </p:spPr>
        <p:txBody>
          <a:bodyPr wrap="none" lIns="0" tIns="0" rIns="0" bIns="0" rtlCol="0" anchor="t"/>
          <a:lstStyle/>
          <a:p>
            <a:pPr marL="342900" indent="-342900" algn="l">
              <a:lnSpc>
                <a:spcPts val="2150"/>
              </a:lnSpc>
              <a:buSzPct val="100000"/>
              <a:buChar char="•"/>
            </a:pPr>
            <a:r>
              <a:rPr lang="en-US" sz="1400" b="1" dirty="0">
                <a:solidFill>
                  <a:schemeClr val="tx1"/>
                </a:solidFill>
                <a:latin typeface="Inter" pitchFamily="34" charset="0"/>
                <a:ea typeface="Inter" pitchFamily="34" charset="-122"/>
                <a:cs typeface="Inter" pitchFamily="34" charset="-120"/>
              </a:rPr>
              <a:t>Shipping Cost:</a:t>
            </a:r>
            <a:r>
              <a:rPr lang="en-US" sz="1400" dirty="0">
                <a:solidFill>
                  <a:schemeClr val="tx1"/>
                </a:solidFill>
                <a:latin typeface="Inter" pitchFamily="34" charset="0"/>
                <a:ea typeface="Inter" pitchFamily="34" charset="-122"/>
                <a:cs typeface="Inter" pitchFamily="34" charset="-120"/>
              </a:rPr>
              <a:t> 5% of Sales</a:t>
            </a:r>
            <a:endParaRPr lang="en-US" sz="1400" dirty="0">
              <a:solidFill>
                <a:schemeClr val="tx1"/>
              </a:solidFill>
            </a:endParaRPr>
          </a:p>
        </p:txBody>
      </p:sp>
      <p:sp>
        <p:nvSpPr>
          <p:cNvPr id="13" name="Text 6">
            <a:extLst>
              <a:ext uri="{FF2B5EF4-FFF2-40B4-BE49-F238E27FC236}">
                <a16:creationId xmlns:a16="http://schemas.microsoft.com/office/drawing/2014/main" id="{9332FE60-AFA6-F538-9593-71EC484720A4}"/>
              </a:ext>
            </a:extLst>
          </p:cNvPr>
          <p:cNvSpPr/>
          <p:nvPr/>
        </p:nvSpPr>
        <p:spPr>
          <a:xfrm>
            <a:off x="1341799" y="3459268"/>
            <a:ext cx="7464743" cy="278249"/>
          </a:xfrm>
          <a:prstGeom prst="rect">
            <a:avLst/>
          </a:prstGeom>
          <a:noFill/>
          <a:ln/>
        </p:spPr>
        <p:txBody>
          <a:bodyPr wrap="none" lIns="0" tIns="0" rIns="0" bIns="0" rtlCol="0" anchor="t"/>
          <a:lstStyle/>
          <a:p>
            <a:pPr marL="342900" indent="-342900" algn="l">
              <a:lnSpc>
                <a:spcPts val="2150"/>
              </a:lnSpc>
              <a:buSzPct val="100000"/>
              <a:buChar char="•"/>
            </a:pPr>
            <a:r>
              <a:rPr lang="en-US" sz="1400" b="1" dirty="0">
                <a:solidFill>
                  <a:schemeClr val="tx1"/>
                </a:solidFill>
                <a:latin typeface="Inter" pitchFamily="34" charset="0"/>
                <a:ea typeface="Inter" pitchFamily="34" charset="-122"/>
                <a:cs typeface="Inter" pitchFamily="34" charset="-120"/>
              </a:rPr>
              <a:t>Total Sales:</a:t>
            </a:r>
            <a:r>
              <a:rPr lang="en-US" sz="1400" dirty="0">
                <a:solidFill>
                  <a:schemeClr val="tx1"/>
                </a:solidFill>
                <a:latin typeface="Inter" pitchFamily="34" charset="0"/>
                <a:ea typeface="Inter" pitchFamily="34" charset="-122"/>
                <a:cs typeface="Inter" pitchFamily="34" charset="-120"/>
              </a:rPr>
              <a:t> Sales + Tax + Shipping</a:t>
            </a:r>
            <a:endParaRPr lang="en-US" sz="1400" dirty="0">
              <a:solidFill>
                <a:schemeClr val="tx1"/>
              </a:solidFill>
            </a:endParaRPr>
          </a:p>
        </p:txBody>
      </p:sp>
      <p:sp>
        <p:nvSpPr>
          <p:cNvPr id="14" name="Text 8">
            <a:extLst>
              <a:ext uri="{FF2B5EF4-FFF2-40B4-BE49-F238E27FC236}">
                <a16:creationId xmlns:a16="http://schemas.microsoft.com/office/drawing/2014/main" id="{AAEE5876-6109-925E-3538-6760FC3866CB}"/>
              </a:ext>
            </a:extLst>
          </p:cNvPr>
          <p:cNvSpPr/>
          <p:nvPr/>
        </p:nvSpPr>
        <p:spPr>
          <a:xfrm>
            <a:off x="1341800" y="3876075"/>
            <a:ext cx="2282666" cy="285274"/>
          </a:xfrm>
          <a:prstGeom prst="rect">
            <a:avLst/>
          </a:prstGeom>
          <a:noFill/>
          <a:ln/>
        </p:spPr>
        <p:txBody>
          <a:bodyPr wrap="none" lIns="0" tIns="0" rIns="0" bIns="0" rtlCol="0" anchor="t"/>
          <a:lstStyle/>
          <a:p>
            <a:pPr algn="l">
              <a:lnSpc>
                <a:spcPts val="2200"/>
              </a:lnSpc>
            </a:pPr>
            <a:r>
              <a:rPr lang="en-US" b="1" dirty="0">
                <a:solidFill>
                  <a:schemeClr val="tx1"/>
                </a:solidFill>
                <a:latin typeface="Arial" panose="020B0604020202020204" pitchFamily="34" charset="0"/>
                <a:ea typeface="Petrona Bold" pitchFamily="34" charset="-122"/>
                <a:cs typeface="Arial" panose="020B0604020202020204" pitchFamily="34" charset="0"/>
              </a:rPr>
              <a:t>Currency Formatting</a:t>
            </a:r>
          </a:p>
        </p:txBody>
      </p:sp>
      <p:sp>
        <p:nvSpPr>
          <p:cNvPr id="15" name="Text 9">
            <a:extLst>
              <a:ext uri="{FF2B5EF4-FFF2-40B4-BE49-F238E27FC236}">
                <a16:creationId xmlns:a16="http://schemas.microsoft.com/office/drawing/2014/main" id="{7AD05EC5-78C1-ACC0-51D4-26CFAF7104BD}"/>
              </a:ext>
            </a:extLst>
          </p:cNvPr>
          <p:cNvSpPr/>
          <p:nvPr/>
        </p:nvSpPr>
        <p:spPr>
          <a:xfrm>
            <a:off x="1341799" y="4212864"/>
            <a:ext cx="5374484" cy="556498"/>
          </a:xfrm>
          <a:prstGeom prst="rect">
            <a:avLst/>
          </a:prstGeom>
          <a:noFill/>
          <a:ln/>
        </p:spPr>
        <p:txBody>
          <a:bodyPr wrap="square" lIns="0" tIns="0" rIns="0" bIns="0" rtlCol="0" anchor="t"/>
          <a:lstStyle/>
          <a:p>
            <a:pPr marL="0" indent="0" algn="l">
              <a:lnSpc>
                <a:spcPts val="2150"/>
              </a:lnSpc>
              <a:buNone/>
            </a:pPr>
            <a:r>
              <a:rPr lang="en-US" sz="1200" dirty="0">
                <a:solidFill>
                  <a:schemeClr val="tx1"/>
                </a:solidFill>
                <a:latin typeface="Inter" pitchFamily="34" charset="0"/>
                <a:ea typeface="Inter" pitchFamily="34" charset="-122"/>
                <a:cs typeface="Inter" pitchFamily="34" charset="-120"/>
              </a:rPr>
              <a:t>Applied consistent dollar sign formatting to all relevant financial columns within Excel for clarity and readability.</a:t>
            </a:r>
            <a:endParaRPr lang="en-US" sz="1200" dirty="0">
              <a:solidFill>
                <a:schemeClr val="tx1"/>
              </a:solidFill>
            </a:endParaRPr>
          </a:p>
        </p:txBody>
      </p:sp>
      <p:sp>
        <p:nvSpPr>
          <p:cNvPr id="16" name="Text 10">
            <a:extLst>
              <a:ext uri="{FF2B5EF4-FFF2-40B4-BE49-F238E27FC236}">
                <a16:creationId xmlns:a16="http://schemas.microsoft.com/office/drawing/2014/main" id="{6D9F570D-C081-2AA0-5CEB-8B52E939AC46}"/>
              </a:ext>
            </a:extLst>
          </p:cNvPr>
          <p:cNvSpPr/>
          <p:nvPr/>
        </p:nvSpPr>
        <p:spPr>
          <a:xfrm>
            <a:off x="1341799" y="4740891"/>
            <a:ext cx="7464743" cy="278249"/>
          </a:xfrm>
          <a:prstGeom prst="rect">
            <a:avLst/>
          </a:prstGeom>
          <a:noFill/>
          <a:ln/>
        </p:spPr>
        <p:txBody>
          <a:bodyPr wrap="none" lIns="0" tIns="0" rIns="0" bIns="0" rtlCol="0" anchor="t"/>
          <a:lstStyle/>
          <a:p>
            <a:pPr marL="342900" indent="-342900" algn="l">
              <a:lnSpc>
                <a:spcPts val="2150"/>
              </a:lnSpc>
              <a:buSzPct val="100000"/>
              <a:buChar char="•"/>
            </a:pPr>
            <a:r>
              <a:rPr lang="en-US" sz="1400" dirty="0">
                <a:solidFill>
                  <a:schemeClr val="tx1"/>
                </a:solidFill>
                <a:latin typeface="Inter" pitchFamily="34" charset="0"/>
                <a:ea typeface="Inter" pitchFamily="34" charset="-122"/>
                <a:cs typeface="Inter" pitchFamily="34" charset="-120"/>
              </a:rPr>
              <a:t>Sales</a:t>
            </a:r>
            <a:endParaRPr lang="en-US" sz="1350" dirty="0">
              <a:solidFill>
                <a:schemeClr val="tx1"/>
              </a:solidFill>
            </a:endParaRPr>
          </a:p>
        </p:txBody>
      </p:sp>
      <p:sp>
        <p:nvSpPr>
          <p:cNvPr id="17" name="Text 11">
            <a:extLst>
              <a:ext uri="{FF2B5EF4-FFF2-40B4-BE49-F238E27FC236}">
                <a16:creationId xmlns:a16="http://schemas.microsoft.com/office/drawing/2014/main" id="{2D90B523-73D1-1E35-08D0-9B7D3741A1DE}"/>
              </a:ext>
            </a:extLst>
          </p:cNvPr>
          <p:cNvSpPr/>
          <p:nvPr/>
        </p:nvSpPr>
        <p:spPr>
          <a:xfrm>
            <a:off x="1341798" y="5068118"/>
            <a:ext cx="7464743" cy="278249"/>
          </a:xfrm>
          <a:prstGeom prst="rect">
            <a:avLst/>
          </a:prstGeom>
          <a:noFill/>
          <a:ln/>
        </p:spPr>
        <p:txBody>
          <a:bodyPr wrap="none" lIns="0" tIns="0" rIns="0" bIns="0" rtlCol="0" anchor="t"/>
          <a:lstStyle/>
          <a:p>
            <a:pPr marL="342900" indent="-342900" algn="l">
              <a:lnSpc>
                <a:spcPts val="2150"/>
              </a:lnSpc>
              <a:buSzPct val="100000"/>
              <a:buChar char="•"/>
            </a:pPr>
            <a:r>
              <a:rPr lang="en-US" sz="1400" dirty="0">
                <a:solidFill>
                  <a:schemeClr val="tx1"/>
                </a:solidFill>
                <a:latin typeface="Inter" pitchFamily="34" charset="0"/>
                <a:ea typeface="Inter" pitchFamily="34" charset="-122"/>
                <a:cs typeface="Inter" pitchFamily="34" charset="-120"/>
              </a:rPr>
              <a:t>Tax Value</a:t>
            </a:r>
            <a:endParaRPr lang="en-US" sz="1400" dirty="0">
              <a:solidFill>
                <a:schemeClr val="tx1"/>
              </a:solidFill>
            </a:endParaRPr>
          </a:p>
        </p:txBody>
      </p:sp>
      <p:sp>
        <p:nvSpPr>
          <p:cNvPr id="18" name="Text 12">
            <a:extLst>
              <a:ext uri="{FF2B5EF4-FFF2-40B4-BE49-F238E27FC236}">
                <a16:creationId xmlns:a16="http://schemas.microsoft.com/office/drawing/2014/main" id="{97048550-9B8E-378F-72C0-E959A138035D}"/>
              </a:ext>
            </a:extLst>
          </p:cNvPr>
          <p:cNvSpPr/>
          <p:nvPr/>
        </p:nvSpPr>
        <p:spPr>
          <a:xfrm>
            <a:off x="1341797" y="5428695"/>
            <a:ext cx="7464743" cy="278249"/>
          </a:xfrm>
          <a:prstGeom prst="rect">
            <a:avLst/>
          </a:prstGeom>
          <a:noFill/>
          <a:ln/>
        </p:spPr>
        <p:txBody>
          <a:bodyPr wrap="none" lIns="0" tIns="0" rIns="0" bIns="0" rtlCol="0" anchor="t"/>
          <a:lstStyle/>
          <a:p>
            <a:pPr marL="342900" indent="-342900" algn="l">
              <a:lnSpc>
                <a:spcPts val="2150"/>
              </a:lnSpc>
              <a:buSzPct val="100000"/>
              <a:buChar char="•"/>
            </a:pPr>
            <a:r>
              <a:rPr lang="en-US" sz="1400" dirty="0">
                <a:solidFill>
                  <a:schemeClr val="tx1"/>
                </a:solidFill>
                <a:latin typeface="Inter" pitchFamily="34" charset="0"/>
                <a:ea typeface="Inter" pitchFamily="34" charset="-122"/>
                <a:cs typeface="Inter" pitchFamily="34" charset="-120"/>
              </a:rPr>
              <a:t>Shipping Value</a:t>
            </a:r>
            <a:endParaRPr lang="en-US" sz="1400" dirty="0">
              <a:solidFill>
                <a:schemeClr val="tx1"/>
              </a:solidFill>
            </a:endParaRPr>
          </a:p>
        </p:txBody>
      </p:sp>
      <p:sp>
        <p:nvSpPr>
          <p:cNvPr id="19" name="Text 13">
            <a:extLst>
              <a:ext uri="{FF2B5EF4-FFF2-40B4-BE49-F238E27FC236}">
                <a16:creationId xmlns:a16="http://schemas.microsoft.com/office/drawing/2014/main" id="{AD2837A8-11D7-7583-20B0-4C92425566F6}"/>
              </a:ext>
            </a:extLst>
          </p:cNvPr>
          <p:cNvSpPr/>
          <p:nvPr/>
        </p:nvSpPr>
        <p:spPr>
          <a:xfrm>
            <a:off x="1341797" y="5804900"/>
            <a:ext cx="7464743" cy="278249"/>
          </a:xfrm>
          <a:prstGeom prst="rect">
            <a:avLst/>
          </a:prstGeom>
          <a:noFill/>
          <a:ln/>
        </p:spPr>
        <p:txBody>
          <a:bodyPr wrap="none" lIns="0" tIns="0" rIns="0" bIns="0" rtlCol="0" anchor="t"/>
          <a:lstStyle/>
          <a:p>
            <a:pPr marL="342900" indent="-342900" algn="l">
              <a:lnSpc>
                <a:spcPts val="2150"/>
              </a:lnSpc>
              <a:buSzPct val="100000"/>
              <a:buChar char="•"/>
            </a:pPr>
            <a:r>
              <a:rPr lang="en-US" sz="1400" dirty="0">
                <a:solidFill>
                  <a:schemeClr val="tx1"/>
                </a:solidFill>
                <a:latin typeface="Inter" pitchFamily="34" charset="0"/>
                <a:ea typeface="Inter" pitchFamily="34" charset="-122"/>
                <a:cs typeface="Inter" pitchFamily="34" charset="-120"/>
              </a:rPr>
              <a:t>Total Sales</a:t>
            </a:r>
            <a:endParaRPr lang="en-US" sz="1400" dirty="0">
              <a:solidFill>
                <a:schemeClr val="tx1"/>
              </a:solidFill>
            </a:endParaRPr>
          </a:p>
        </p:txBody>
      </p:sp>
      <p:pic>
        <p:nvPicPr>
          <p:cNvPr id="22" name="Picture 21">
            <a:extLst>
              <a:ext uri="{FF2B5EF4-FFF2-40B4-BE49-F238E27FC236}">
                <a16:creationId xmlns:a16="http://schemas.microsoft.com/office/drawing/2014/main" id="{2B7E85F6-AD62-E090-9EFE-B153FB736D7D}"/>
              </a:ext>
            </a:extLst>
          </p:cNvPr>
          <p:cNvPicPr>
            <a:picLocks noChangeAspect="1"/>
          </p:cNvPicPr>
          <p:nvPr/>
        </p:nvPicPr>
        <p:blipFill>
          <a:blip r:embed="rId3"/>
          <a:stretch>
            <a:fillRect/>
          </a:stretch>
        </p:blipFill>
        <p:spPr>
          <a:xfrm>
            <a:off x="7110007" y="2169835"/>
            <a:ext cx="2915057" cy="2905530"/>
          </a:xfrm>
          <a:prstGeom prst="rect">
            <a:avLst/>
          </a:prstGeom>
        </p:spPr>
      </p:pic>
    </p:spTree>
    <p:extLst>
      <p:ext uri="{BB962C8B-B14F-4D97-AF65-F5344CB8AC3E}">
        <p14:creationId xmlns:p14="http://schemas.microsoft.com/office/powerpoint/2010/main" val="699323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207321" y="2960923"/>
            <a:ext cx="5777358" cy="936154"/>
          </a:xfrm>
          <a:prstGeom prst="rect">
            <a:avLst/>
          </a:prstGeom>
        </p:spPr>
        <p:txBody>
          <a:bodyPr vert="horz" wrap="square" lIns="0" tIns="12700" rIns="0" bIns="0" rtlCol="0">
            <a:spAutoFit/>
          </a:bodyPr>
          <a:lstStyle/>
          <a:p>
            <a:pPr marL="12700">
              <a:lnSpc>
                <a:spcPct val="100000"/>
              </a:lnSpc>
              <a:spcBef>
                <a:spcPts val="100"/>
              </a:spcBef>
            </a:pPr>
            <a:r>
              <a:rPr sz="6000" u="sng" dirty="0">
                <a:solidFill>
                  <a:schemeClr val="tx2"/>
                </a:solidFill>
                <a:uFill>
                  <a:solidFill>
                    <a:srgbClr val="336DA8"/>
                  </a:solidFill>
                </a:uFill>
                <a:latin typeface="Georgia"/>
                <a:cs typeface="Georgia"/>
              </a:rPr>
              <a:t>Data</a:t>
            </a:r>
            <a:r>
              <a:rPr sz="6000" u="sng" spc="-235" dirty="0">
                <a:solidFill>
                  <a:schemeClr val="tx2"/>
                </a:solidFill>
                <a:uFill>
                  <a:solidFill>
                    <a:srgbClr val="336DA8"/>
                  </a:solidFill>
                </a:uFill>
                <a:latin typeface="Georgia"/>
                <a:cs typeface="Georgia"/>
              </a:rPr>
              <a:t> </a:t>
            </a:r>
            <a:r>
              <a:rPr sz="6000" u="sng" spc="-140" dirty="0">
                <a:solidFill>
                  <a:schemeClr val="tx2"/>
                </a:solidFill>
                <a:uFill>
                  <a:solidFill>
                    <a:srgbClr val="336DA8"/>
                  </a:solidFill>
                </a:uFill>
                <a:latin typeface="Georgia"/>
                <a:cs typeface="Georgia"/>
              </a:rPr>
              <a:t>Modeling</a:t>
            </a:r>
          </a:p>
        </p:txBody>
      </p:sp>
      <p:sp>
        <p:nvSpPr>
          <p:cNvPr id="4" name="object 4"/>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15</a:t>
            </a:fld>
            <a:endParaRPr spc="-25" dirty="0"/>
          </a:p>
        </p:txBody>
      </p:sp>
      <p:pic>
        <p:nvPicPr>
          <p:cNvPr id="6" name="Picture 5" descr="A logo of a company&#10;&#10;AI-generated content may be incorrect.">
            <a:extLst>
              <a:ext uri="{FF2B5EF4-FFF2-40B4-BE49-F238E27FC236}">
                <a16:creationId xmlns:a16="http://schemas.microsoft.com/office/drawing/2014/main" id="{BC09F9AF-5EAB-9885-2BB7-93DEDE4852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16</a:t>
            </a:fld>
            <a:endParaRPr spc="-25" dirty="0"/>
          </a:p>
        </p:txBody>
      </p:sp>
      <p:pic>
        <p:nvPicPr>
          <p:cNvPr id="7" name="Picture 6" descr="A logo of a company&#10;&#10;AI-generated content may be incorrect.">
            <a:extLst>
              <a:ext uri="{FF2B5EF4-FFF2-40B4-BE49-F238E27FC236}">
                <a16:creationId xmlns:a16="http://schemas.microsoft.com/office/drawing/2014/main" id="{0342559A-CD22-7545-D4F4-575154540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
        <p:nvSpPr>
          <p:cNvPr id="10" name="Text 0">
            <a:extLst>
              <a:ext uri="{FF2B5EF4-FFF2-40B4-BE49-F238E27FC236}">
                <a16:creationId xmlns:a16="http://schemas.microsoft.com/office/drawing/2014/main" id="{7A160880-4667-7C36-13C7-6508E1850A26}"/>
              </a:ext>
            </a:extLst>
          </p:cNvPr>
          <p:cNvSpPr/>
          <p:nvPr/>
        </p:nvSpPr>
        <p:spPr>
          <a:xfrm>
            <a:off x="654143" y="1003364"/>
            <a:ext cx="10883713" cy="647827"/>
          </a:xfrm>
          <a:prstGeom prst="rect">
            <a:avLst/>
          </a:prstGeom>
          <a:noFill/>
          <a:ln/>
        </p:spPr>
        <p:txBody>
          <a:bodyPr wrap="none" lIns="0" tIns="0" rIns="0" bIns="0" rtlCol="0" anchor="t"/>
          <a:lstStyle/>
          <a:p>
            <a:pPr marL="0" indent="0" algn="l">
              <a:lnSpc>
                <a:spcPts val="5850"/>
              </a:lnSpc>
              <a:buNone/>
            </a:pPr>
            <a:r>
              <a:rPr lang="en-US" sz="3200" b="1" dirty="0">
                <a:solidFill>
                  <a:schemeClr val="tx2"/>
                </a:solidFill>
                <a:latin typeface="Arial" panose="020B0604020202020204" pitchFamily="34" charset="0"/>
                <a:ea typeface="Petrona Bold" pitchFamily="34" charset="-122"/>
                <a:cs typeface="Arial" panose="020B0604020202020204" pitchFamily="34" charset="0"/>
              </a:rPr>
              <a:t>Data Modeling in Power BI: Step 1 - Data Import</a:t>
            </a:r>
            <a:endParaRPr lang="en-US" sz="3200" dirty="0">
              <a:solidFill>
                <a:schemeClr val="tx2"/>
              </a:solidFill>
              <a:latin typeface="Arial" panose="020B0604020202020204" pitchFamily="34" charset="0"/>
              <a:cs typeface="Arial" panose="020B0604020202020204" pitchFamily="34" charset="0"/>
            </a:endParaRPr>
          </a:p>
        </p:txBody>
      </p:sp>
      <p:sp>
        <p:nvSpPr>
          <p:cNvPr id="13" name="Text 1">
            <a:extLst>
              <a:ext uri="{FF2B5EF4-FFF2-40B4-BE49-F238E27FC236}">
                <a16:creationId xmlns:a16="http://schemas.microsoft.com/office/drawing/2014/main" id="{D617F2DE-ACF8-9234-3E92-A6D55811D1FB}"/>
              </a:ext>
            </a:extLst>
          </p:cNvPr>
          <p:cNvSpPr/>
          <p:nvPr/>
        </p:nvSpPr>
        <p:spPr>
          <a:xfrm>
            <a:off x="654143" y="1695969"/>
            <a:ext cx="13042821" cy="362903"/>
          </a:xfrm>
          <a:prstGeom prst="rect">
            <a:avLst/>
          </a:prstGeom>
          <a:noFill/>
          <a:ln/>
        </p:spPr>
        <p:txBody>
          <a:bodyPr wrap="none" lIns="0" tIns="0" rIns="0" bIns="0" rtlCol="0" anchor="t"/>
          <a:lstStyle/>
          <a:p>
            <a:pPr marL="0" indent="0" algn="l">
              <a:lnSpc>
                <a:spcPts val="2850"/>
              </a:lnSpc>
              <a:buNone/>
            </a:pPr>
            <a:r>
              <a:rPr lang="en-US" sz="1750" dirty="0">
                <a:solidFill>
                  <a:schemeClr val="tx1"/>
                </a:solidFill>
                <a:latin typeface="Inter" pitchFamily="34" charset="0"/>
                <a:ea typeface="Inter" pitchFamily="34" charset="-122"/>
                <a:cs typeface="Inter" pitchFamily="34" charset="-120"/>
              </a:rPr>
              <a:t>Bringing our cleaned and enhanced Excel data into Power BI for analysis.</a:t>
            </a:r>
            <a:endParaRPr lang="en-US" sz="1750" dirty="0">
              <a:solidFill>
                <a:schemeClr val="tx1"/>
              </a:solidFill>
            </a:endParaRPr>
          </a:p>
        </p:txBody>
      </p:sp>
      <p:pic>
        <p:nvPicPr>
          <p:cNvPr id="14" name="Image 0" descr="preencoded.png">
            <a:extLst>
              <a:ext uri="{FF2B5EF4-FFF2-40B4-BE49-F238E27FC236}">
                <a16:creationId xmlns:a16="http://schemas.microsoft.com/office/drawing/2014/main" id="{9D8F18CF-4226-0E82-293F-6AE1A42C583C}"/>
              </a:ext>
            </a:extLst>
          </p:cNvPr>
          <p:cNvPicPr>
            <a:picLocks noChangeAspect="1"/>
          </p:cNvPicPr>
          <p:nvPr/>
        </p:nvPicPr>
        <p:blipFill>
          <a:blip r:embed="rId3"/>
          <a:stretch>
            <a:fillRect/>
          </a:stretch>
        </p:blipFill>
        <p:spPr>
          <a:xfrm>
            <a:off x="654143" y="2238895"/>
            <a:ext cx="5704612" cy="3713670"/>
          </a:xfrm>
          <a:prstGeom prst="rect">
            <a:avLst/>
          </a:prstGeom>
        </p:spPr>
      </p:pic>
      <p:sp>
        <p:nvSpPr>
          <p:cNvPr id="15" name="Text 2">
            <a:extLst>
              <a:ext uri="{FF2B5EF4-FFF2-40B4-BE49-F238E27FC236}">
                <a16:creationId xmlns:a16="http://schemas.microsoft.com/office/drawing/2014/main" id="{1C5D215E-50B8-7B54-20C5-E293F58B858F}"/>
              </a:ext>
            </a:extLst>
          </p:cNvPr>
          <p:cNvSpPr/>
          <p:nvPr/>
        </p:nvSpPr>
        <p:spPr>
          <a:xfrm>
            <a:off x="6709630" y="2725357"/>
            <a:ext cx="3786740" cy="372070"/>
          </a:xfrm>
          <a:prstGeom prst="rect">
            <a:avLst/>
          </a:prstGeom>
          <a:noFill/>
          <a:ln/>
        </p:spPr>
        <p:txBody>
          <a:bodyPr wrap="none" lIns="0" tIns="0" rIns="0" bIns="0" rtlCol="0" anchor="t"/>
          <a:lstStyle/>
          <a:p>
            <a:pPr marL="0" indent="0" algn="l">
              <a:lnSpc>
                <a:spcPts val="2900"/>
              </a:lnSpc>
              <a:buNone/>
            </a:pPr>
            <a:r>
              <a:rPr lang="en-US" sz="2400" b="1" dirty="0">
                <a:solidFill>
                  <a:schemeClr val="tx2"/>
                </a:solidFill>
                <a:latin typeface="Arial" panose="020B0604020202020204" pitchFamily="34" charset="0"/>
                <a:ea typeface="Petrona Bold" pitchFamily="34" charset="-122"/>
                <a:cs typeface="Arial" panose="020B0604020202020204" pitchFamily="34" charset="0"/>
              </a:rPr>
              <a:t>Seamless Data Ingestion</a:t>
            </a:r>
            <a:endParaRPr lang="en-US" sz="2400" dirty="0">
              <a:solidFill>
                <a:schemeClr val="tx2"/>
              </a:solidFill>
              <a:latin typeface="Arial" panose="020B0604020202020204" pitchFamily="34" charset="0"/>
              <a:cs typeface="Arial" panose="020B0604020202020204" pitchFamily="34" charset="0"/>
            </a:endParaRPr>
          </a:p>
        </p:txBody>
      </p:sp>
      <p:sp>
        <p:nvSpPr>
          <p:cNvPr id="16" name="Text 3">
            <a:extLst>
              <a:ext uri="{FF2B5EF4-FFF2-40B4-BE49-F238E27FC236}">
                <a16:creationId xmlns:a16="http://schemas.microsoft.com/office/drawing/2014/main" id="{0E8976D3-4CDD-7D57-62E8-55A81F1CAD2A}"/>
              </a:ext>
            </a:extLst>
          </p:cNvPr>
          <p:cNvSpPr/>
          <p:nvPr/>
        </p:nvSpPr>
        <p:spPr>
          <a:xfrm>
            <a:off x="6709630" y="3258199"/>
            <a:ext cx="4603656" cy="2043742"/>
          </a:xfrm>
          <a:prstGeom prst="rect">
            <a:avLst/>
          </a:prstGeom>
          <a:noFill/>
          <a:ln/>
        </p:spPr>
        <p:txBody>
          <a:bodyPr wrap="square" lIns="0" tIns="0" rIns="0" bIns="0" rtlCol="0" anchor="t"/>
          <a:lstStyle/>
          <a:p>
            <a:pPr marL="0" indent="0" algn="l">
              <a:lnSpc>
                <a:spcPts val="2850"/>
              </a:lnSpc>
              <a:buNone/>
            </a:pPr>
            <a:r>
              <a:rPr lang="en-US" sz="1750" dirty="0">
                <a:solidFill>
                  <a:schemeClr val="tx1"/>
                </a:solidFill>
                <a:latin typeface="Inter" pitchFamily="34" charset="0"/>
                <a:ea typeface="Inter" pitchFamily="34" charset="-122"/>
                <a:cs typeface="Inter" pitchFamily="34" charset="-120"/>
              </a:rPr>
              <a:t>The first crucial step in building our robust data model is to import the prepared Excel workbook directly into Power BI. This ensures all the cleaning and enhancements are carried forward.</a:t>
            </a:r>
            <a:endParaRPr lang="en-US" sz="1750"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17</a:t>
            </a:fld>
            <a:endParaRPr spc="-25" dirty="0"/>
          </a:p>
        </p:txBody>
      </p:sp>
      <p:pic>
        <p:nvPicPr>
          <p:cNvPr id="7" name="Picture 6" descr="A logo of a company&#10;&#10;AI-generated content may be incorrect.">
            <a:extLst>
              <a:ext uri="{FF2B5EF4-FFF2-40B4-BE49-F238E27FC236}">
                <a16:creationId xmlns:a16="http://schemas.microsoft.com/office/drawing/2014/main" id="{09941340-61D9-3C35-17D8-E3CE7096EF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
        <p:nvSpPr>
          <p:cNvPr id="10" name="Text 0">
            <a:extLst>
              <a:ext uri="{FF2B5EF4-FFF2-40B4-BE49-F238E27FC236}">
                <a16:creationId xmlns:a16="http://schemas.microsoft.com/office/drawing/2014/main" id="{40A7C96C-FFD3-5222-D5BC-B44ECF51F912}"/>
              </a:ext>
            </a:extLst>
          </p:cNvPr>
          <p:cNvSpPr/>
          <p:nvPr/>
        </p:nvSpPr>
        <p:spPr>
          <a:xfrm>
            <a:off x="698687" y="1219200"/>
            <a:ext cx="9753600" cy="995839"/>
          </a:xfrm>
          <a:prstGeom prst="rect">
            <a:avLst/>
          </a:prstGeom>
          <a:noFill/>
          <a:ln/>
        </p:spPr>
        <p:txBody>
          <a:bodyPr wrap="square" lIns="0" tIns="0" rIns="0" bIns="0" rtlCol="0" anchor="t"/>
          <a:lstStyle/>
          <a:p>
            <a:pPr marL="0" indent="0" algn="l">
              <a:lnSpc>
                <a:spcPts val="3900"/>
              </a:lnSpc>
              <a:buNone/>
            </a:pPr>
            <a:r>
              <a:rPr lang="en-US" sz="3200" b="1" dirty="0">
                <a:solidFill>
                  <a:schemeClr val="tx2"/>
                </a:solidFill>
                <a:latin typeface="Arial" panose="020B0604020202020204" pitchFamily="34" charset="0"/>
                <a:ea typeface="Petrona Bold" pitchFamily="34" charset="-122"/>
                <a:cs typeface="Arial" panose="020B0604020202020204" pitchFamily="34" charset="0"/>
              </a:rPr>
              <a:t>Data Modeling: Step 2 - Data Transformation</a:t>
            </a:r>
            <a:endParaRPr lang="en-US" sz="3200" dirty="0">
              <a:solidFill>
                <a:schemeClr val="tx2"/>
              </a:solidFill>
              <a:latin typeface="Arial" panose="020B0604020202020204" pitchFamily="34" charset="0"/>
              <a:cs typeface="Arial" panose="020B0604020202020204" pitchFamily="34" charset="0"/>
            </a:endParaRPr>
          </a:p>
        </p:txBody>
      </p:sp>
      <p:sp>
        <p:nvSpPr>
          <p:cNvPr id="11" name="Text 1">
            <a:extLst>
              <a:ext uri="{FF2B5EF4-FFF2-40B4-BE49-F238E27FC236}">
                <a16:creationId xmlns:a16="http://schemas.microsoft.com/office/drawing/2014/main" id="{8E01DA58-62A6-E75A-B904-8A21969D03AA}"/>
              </a:ext>
            </a:extLst>
          </p:cNvPr>
          <p:cNvSpPr/>
          <p:nvPr/>
        </p:nvSpPr>
        <p:spPr>
          <a:xfrm>
            <a:off x="838200" y="1815705"/>
            <a:ext cx="8629895" cy="548223"/>
          </a:xfrm>
          <a:prstGeom prst="rect">
            <a:avLst/>
          </a:prstGeom>
          <a:noFill/>
          <a:ln/>
        </p:spPr>
        <p:txBody>
          <a:bodyPr wrap="none" lIns="0" tIns="0" rIns="0" bIns="0" rtlCol="0" anchor="t"/>
          <a:lstStyle/>
          <a:p>
            <a:pPr marL="0" indent="0" algn="l">
              <a:lnSpc>
                <a:spcPts val="1900"/>
              </a:lnSpc>
              <a:buNone/>
            </a:pPr>
            <a:r>
              <a:rPr lang="en-US" sz="1600" dirty="0">
                <a:solidFill>
                  <a:schemeClr val="tx1"/>
                </a:solidFill>
                <a:latin typeface="Inter" pitchFamily="34" charset="0"/>
                <a:ea typeface="Inter" pitchFamily="34" charset="-122"/>
                <a:cs typeface="Inter" pitchFamily="34" charset="-120"/>
              </a:rPr>
              <a:t>Structuring our data into Dimension and Fact Table using Power Query for optimal analytical </a:t>
            </a:r>
          </a:p>
          <a:p>
            <a:pPr marL="0" indent="0" algn="l">
              <a:lnSpc>
                <a:spcPts val="1900"/>
              </a:lnSpc>
              <a:buNone/>
            </a:pPr>
            <a:r>
              <a:rPr lang="en-US" sz="1600" dirty="0">
                <a:solidFill>
                  <a:schemeClr val="tx1"/>
                </a:solidFill>
                <a:latin typeface="Inter" pitchFamily="34" charset="0"/>
                <a:ea typeface="Inter" pitchFamily="34" charset="-122"/>
                <a:cs typeface="Inter" pitchFamily="34" charset="-120"/>
              </a:rPr>
              <a:t>performance.</a:t>
            </a:r>
            <a:endParaRPr lang="en-US" sz="1600" dirty="0">
              <a:solidFill>
                <a:schemeClr val="tx1"/>
              </a:solidFill>
            </a:endParaRPr>
          </a:p>
        </p:txBody>
      </p:sp>
      <p:sp>
        <p:nvSpPr>
          <p:cNvPr id="12" name="Text 4">
            <a:extLst>
              <a:ext uri="{FF2B5EF4-FFF2-40B4-BE49-F238E27FC236}">
                <a16:creationId xmlns:a16="http://schemas.microsoft.com/office/drawing/2014/main" id="{83A5B002-4833-F6B2-288A-0382C75CB6ED}"/>
              </a:ext>
            </a:extLst>
          </p:cNvPr>
          <p:cNvSpPr/>
          <p:nvPr/>
        </p:nvSpPr>
        <p:spPr>
          <a:xfrm>
            <a:off x="946271" y="2407923"/>
            <a:ext cx="1992035" cy="248960"/>
          </a:xfrm>
          <a:prstGeom prst="rect">
            <a:avLst/>
          </a:prstGeom>
          <a:noFill/>
          <a:ln/>
        </p:spPr>
        <p:txBody>
          <a:bodyPr wrap="none" lIns="0" tIns="0" rIns="0" bIns="0" rtlCol="0" anchor="t"/>
          <a:lstStyle/>
          <a:p>
            <a:pPr marL="0" indent="0" algn="l">
              <a:lnSpc>
                <a:spcPts val="1950"/>
              </a:lnSpc>
              <a:buNone/>
            </a:pPr>
            <a:r>
              <a:rPr lang="en-US" b="1" dirty="0">
                <a:solidFill>
                  <a:schemeClr val="tx1"/>
                </a:solidFill>
                <a:latin typeface="Arial" panose="020B0604020202020204" pitchFamily="34" charset="0"/>
                <a:ea typeface="Petrona Bold" pitchFamily="34" charset="-122"/>
                <a:cs typeface="Arial" panose="020B0604020202020204" pitchFamily="34" charset="0"/>
              </a:rPr>
              <a:t>Dimension Tables</a:t>
            </a:r>
            <a:endParaRPr lang="en-US" dirty="0">
              <a:solidFill>
                <a:schemeClr val="tx1"/>
              </a:solidFill>
              <a:latin typeface="Arial" panose="020B0604020202020204" pitchFamily="34" charset="0"/>
              <a:cs typeface="Arial" panose="020B0604020202020204" pitchFamily="34" charset="0"/>
            </a:endParaRPr>
          </a:p>
        </p:txBody>
      </p:sp>
      <p:sp>
        <p:nvSpPr>
          <p:cNvPr id="13" name="Text 5">
            <a:extLst>
              <a:ext uri="{FF2B5EF4-FFF2-40B4-BE49-F238E27FC236}">
                <a16:creationId xmlns:a16="http://schemas.microsoft.com/office/drawing/2014/main" id="{FC471DE9-4BC4-4319-A9C0-AB826F332F00}"/>
              </a:ext>
            </a:extLst>
          </p:cNvPr>
          <p:cNvSpPr/>
          <p:nvPr/>
        </p:nvSpPr>
        <p:spPr>
          <a:xfrm>
            <a:off x="1027512" y="3114324"/>
            <a:ext cx="7322939" cy="242888"/>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chemeClr val="tx1"/>
                </a:solidFill>
                <a:latin typeface="Inter" pitchFamily="34" charset="0"/>
                <a:ea typeface="Inter" pitchFamily="34" charset="-122"/>
                <a:cs typeface="Inter" pitchFamily="34" charset="-120"/>
              </a:rPr>
              <a:t>Dim_Customer</a:t>
            </a:r>
            <a:endParaRPr lang="en-US" sz="1200" dirty="0">
              <a:solidFill>
                <a:schemeClr val="tx1"/>
              </a:solidFill>
            </a:endParaRPr>
          </a:p>
        </p:txBody>
      </p:sp>
      <p:sp>
        <p:nvSpPr>
          <p:cNvPr id="14" name="Text 6">
            <a:extLst>
              <a:ext uri="{FF2B5EF4-FFF2-40B4-BE49-F238E27FC236}">
                <a16:creationId xmlns:a16="http://schemas.microsoft.com/office/drawing/2014/main" id="{D47B16FF-8E57-8C32-B12E-74D808C19D79}"/>
              </a:ext>
            </a:extLst>
          </p:cNvPr>
          <p:cNvSpPr/>
          <p:nvPr/>
        </p:nvSpPr>
        <p:spPr>
          <a:xfrm>
            <a:off x="1027512" y="3473453"/>
            <a:ext cx="7322939" cy="242888"/>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chemeClr val="tx1"/>
                </a:solidFill>
                <a:latin typeface="Inter" pitchFamily="34" charset="0"/>
                <a:ea typeface="Inter" pitchFamily="34" charset="-122"/>
                <a:cs typeface="Inter" pitchFamily="34" charset="-120"/>
              </a:rPr>
              <a:t>Dim_Location</a:t>
            </a:r>
            <a:endParaRPr lang="en-US" sz="1200" dirty="0">
              <a:solidFill>
                <a:schemeClr val="tx1"/>
              </a:solidFill>
            </a:endParaRPr>
          </a:p>
        </p:txBody>
      </p:sp>
      <p:sp>
        <p:nvSpPr>
          <p:cNvPr id="15" name="Text 7">
            <a:extLst>
              <a:ext uri="{FF2B5EF4-FFF2-40B4-BE49-F238E27FC236}">
                <a16:creationId xmlns:a16="http://schemas.microsoft.com/office/drawing/2014/main" id="{A6A40264-A6FD-00D4-651C-BA1017A8A40B}"/>
              </a:ext>
            </a:extLst>
          </p:cNvPr>
          <p:cNvSpPr/>
          <p:nvPr/>
        </p:nvSpPr>
        <p:spPr>
          <a:xfrm>
            <a:off x="1027512" y="3786990"/>
            <a:ext cx="7322939" cy="242888"/>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chemeClr val="tx1"/>
                </a:solidFill>
                <a:latin typeface="Inter" pitchFamily="34" charset="0"/>
                <a:ea typeface="Inter" pitchFamily="34" charset="-122"/>
                <a:cs typeface="Inter" pitchFamily="34" charset="-120"/>
              </a:rPr>
              <a:t>Dim_Product</a:t>
            </a:r>
            <a:endParaRPr lang="en-US" sz="1200" dirty="0">
              <a:solidFill>
                <a:schemeClr val="tx1"/>
              </a:solidFill>
            </a:endParaRPr>
          </a:p>
        </p:txBody>
      </p:sp>
      <p:sp>
        <p:nvSpPr>
          <p:cNvPr id="16" name="Text 8">
            <a:extLst>
              <a:ext uri="{FF2B5EF4-FFF2-40B4-BE49-F238E27FC236}">
                <a16:creationId xmlns:a16="http://schemas.microsoft.com/office/drawing/2014/main" id="{3F8CBEAF-223C-9DC3-FF45-5C0C41CD712C}"/>
              </a:ext>
            </a:extLst>
          </p:cNvPr>
          <p:cNvSpPr/>
          <p:nvPr/>
        </p:nvSpPr>
        <p:spPr>
          <a:xfrm>
            <a:off x="1027513" y="2806131"/>
            <a:ext cx="7322939" cy="242888"/>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chemeClr val="tx1"/>
                </a:solidFill>
                <a:latin typeface="Inter" pitchFamily="34" charset="0"/>
                <a:ea typeface="Inter" pitchFamily="34" charset="-122"/>
                <a:cs typeface="Inter" pitchFamily="34" charset="-120"/>
              </a:rPr>
              <a:t>Dim Date</a:t>
            </a:r>
          </a:p>
          <a:p>
            <a:pPr marL="342900" indent="-342900" algn="l">
              <a:lnSpc>
                <a:spcPts val="1900"/>
              </a:lnSpc>
              <a:buSzPct val="100000"/>
              <a:buChar char="•"/>
            </a:pPr>
            <a:endParaRPr lang="en-US" sz="1200" dirty="0">
              <a:solidFill>
                <a:schemeClr val="tx1"/>
              </a:solidFill>
            </a:endParaRPr>
          </a:p>
        </p:txBody>
      </p:sp>
      <p:sp>
        <p:nvSpPr>
          <p:cNvPr id="18" name="Text 10">
            <a:extLst>
              <a:ext uri="{FF2B5EF4-FFF2-40B4-BE49-F238E27FC236}">
                <a16:creationId xmlns:a16="http://schemas.microsoft.com/office/drawing/2014/main" id="{A9D29C57-D499-198F-7DE5-3DB394260749}"/>
              </a:ext>
            </a:extLst>
          </p:cNvPr>
          <p:cNvSpPr/>
          <p:nvPr/>
        </p:nvSpPr>
        <p:spPr>
          <a:xfrm>
            <a:off x="1027512" y="4099060"/>
            <a:ext cx="7322939" cy="242888"/>
          </a:xfrm>
          <a:prstGeom prst="rect">
            <a:avLst/>
          </a:prstGeom>
          <a:noFill/>
          <a:ln/>
        </p:spPr>
        <p:txBody>
          <a:bodyPr wrap="none" lIns="0" tIns="0" rIns="0" bIns="0" rtlCol="0" anchor="t"/>
          <a:lstStyle/>
          <a:p>
            <a:pPr marL="342900" indent="-342900" algn="l">
              <a:lnSpc>
                <a:spcPts val="1900"/>
              </a:lnSpc>
              <a:buSzPct val="100000"/>
              <a:buChar char="•"/>
            </a:pPr>
            <a:r>
              <a:rPr lang="en-US" sz="1200" dirty="0">
                <a:solidFill>
                  <a:schemeClr val="tx1"/>
                </a:solidFill>
                <a:latin typeface="Inter" pitchFamily="34" charset="0"/>
                <a:ea typeface="Inter" pitchFamily="34" charset="-122"/>
                <a:cs typeface="Inter" pitchFamily="34" charset="-120"/>
              </a:rPr>
              <a:t>Dim_ShipMode</a:t>
            </a:r>
            <a:endParaRPr lang="en-US" sz="1200" dirty="0">
              <a:solidFill>
                <a:schemeClr val="tx1"/>
              </a:solidFill>
            </a:endParaRPr>
          </a:p>
        </p:txBody>
      </p:sp>
      <p:sp>
        <p:nvSpPr>
          <p:cNvPr id="21" name="Text 14">
            <a:extLst>
              <a:ext uri="{FF2B5EF4-FFF2-40B4-BE49-F238E27FC236}">
                <a16:creationId xmlns:a16="http://schemas.microsoft.com/office/drawing/2014/main" id="{36147B7C-52AE-129D-46AE-51456DA88DD7}"/>
              </a:ext>
            </a:extLst>
          </p:cNvPr>
          <p:cNvSpPr/>
          <p:nvPr/>
        </p:nvSpPr>
        <p:spPr>
          <a:xfrm>
            <a:off x="6096000" y="2656633"/>
            <a:ext cx="5486399" cy="645559"/>
          </a:xfrm>
          <a:prstGeom prst="rect">
            <a:avLst/>
          </a:prstGeom>
          <a:noFill/>
          <a:ln/>
        </p:spPr>
        <p:txBody>
          <a:bodyPr wrap="none" lIns="0" tIns="0" rIns="0" bIns="0" rtlCol="0" anchor="t"/>
          <a:lstStyle/>
          <a:p>
            <a:pPr marL="0" indent="0" algn="l">
              <a:lnSpc>
                <a:spcPts val="1900"/>
              </a:lnSpc>
              <a:buNone/>
            </a:pPr>
            <a:r>
              <a:rPr lang="en-US" sz="1400" dirty="0">
                <a:solidFill>
                  <a:schemeClr val="tx1"/>
                </a:solidFill>
                <a:latin typeface="Inter" pitchFamily="34" charset="0"/>
                <a:ea typeface="Inter" pitchFamily="34" charset="-122"/>
                <a:cs typeface="Inter" pitchFamily="34" charset="-120"/>
              </a:rPr>
              <a:t>Fact_Sales: Centralizes key transactional data and foreign keys</a:t>
            </a:r>
          </a:p>
          <a:p>
            <a:pPr marL="0" indent="0" algn="l">
              <a:lnSpc>
                <a:spcPts val="1900"/>
              </a:lnSpc>
              <a:buNone/>
            </a:pPr>
            <a:r>
              <a:rPr lang="en-US" sz="1400" dirty="0">
                <a:solidFill>
                  <a:schemeClr val="tx1"/>
                </a:solidFill>
                <a:latin typeface="Inter" pitchFamily="34" charset="0"/>
                <a:ea typeface="Inter" pitchFamily="34" charset="-122"/>
                <a:cs typeface="Inter" pitchFamily="34" charset="-120"/>
              </a:rPr>
              <a:t>linking to dimensions.</a:t>
            </a:r>
            <a:endParaRPr lang="en-US" sz="1400" dirty="0">
              <a:solidFill>
                <a:schemeClr val="tx1"/>
              </a:solidFill>
            </a:endParaRPr>
          </a:p>
        </p:txBody>
      </p:sp>
      <p:sp>
        <p:nvSpPr>
          <p:cNvPr id="22" name="Text 13">
            <a:extLst>
              <a:ext uri="{FF2B5EF4-FFF2-40B4-BE49-F238E27FC236}">
                <a16:creationId xmlns:a16="http://schemas.microsoft.com/office/drawing/2014/main" id="{5B6D79A2-70F4-75E5-084E-4EA689C86BE1}"/>
              </a:ext>
            </a:extLst>
          </p:cNvPr>
          <p:cNvSpPr/>
          <p:nvPr/>
        </p:nvSpPr>
        <p:spPr>
          <a:xfrm>
            <a:off x="6096000" y="2390300"/>
            <a:ext cx="1992035" cy="248960"/>
          </a:xfrm>
          <a:prstGeom prst="rect">
            <a:avLst/>
          </a:prstGeom>
          <a:noFill/>
          <a:ln/>
        </p:spPr>
        <p:txBody>
          <a:bodyPr wrap="none" lIns="0" tIns="0" rIns="0" bIns="0" rtlCol="0" anchor="t"/>
          <a:lstStyle/>
          <a:p>
            <a:pPr marL="0" indent="0" algn="l">
              <a:lnSpc>
                <a:spcPts val="1950"/>
              </a:lnSpc>
              <a:buNone/>
            </a:pPr>
            <a:r>
              <a:rPr lang="en-US" b="1" dirty="0">
                <a:solidFill>
                  <a:schemeClr val="tx1"/>
                </a:solidFill>
                <a:latin typeface="Arial" panose="020B0604020202020204" pitchFamily="34" charset="0"/>
                <a:ea typeface="Petrona Bold" pitchFamily="34" charset="-122"/>
                <a:cs typeface="Arial" panose="020B0604020202020204" pitchFamily="34" charset="0"/>
              </a:rPr>
              <a:t>Fact Table</a:t>
            </a:r>
            <a:endParaRPr lang="en-US" dirty="0">
              <a:solidFill>
                <a:schemeClr val="tx1"/>
              </a:solidFill>
              <a:latin typeface="Arial" panose="020B0604020202020204" pitchFamily="34" charset="0"/>
              <a:cs typeface="Arial" panose="020B0604020202020204" pitchFamily="34" charset="0"/>
            </a:endParaRPr>
          </a:p>
        </p:txBody>
      </p:sp>
      <p:pic>
        <p:nvPicPr>
          <p:cNvPr id="24" name="Picture 23">
            <a:extLst>
              <a:ext uri="{FF2B5EF4-FFF2-40B4-BE49-F238E27FC236}">
                <a16:creationId xmlns:a16="http://schemas.microsoft.com/office/drawing/2014/main" id="{B4F618CC-D4A1-22FB-3D85-81CD9F59F3B4}"/>
              </a:ext>
            </a:extLst>
          </p:cNvPr>
          <p:cNvPicPr>
            <a:picLocks noChangeAspect="1"/>
          </p:cNvPicPr>
          <p:nvPr/>
        </p:nvPicPr>
        <p:blipFill>
          <a:blip r:embed="rId3"/>
          <a:stretch>
            <a:fillRect/>
          </a:stretch>
        </p:blipFill>
        <p:spPr>
          <a:xfrm>
            <a:off x="2658110" y="2927575"/>
            <a:ext cx="2638793" cy="1403051"/>
          </a:xfrm>
          <a:prstGeom prst="rect">
            <a:avLst/>
          </a:prstGeom>
        </p:spPr>
      </p:pic>
      <p:pic>
        <p:nvPicPr>
          <p:cNvPr id="26" name="Picture 25">
            <a:extLst>
              <a:ext uri="{FF2B5EF4-FFF2-40B4-BE49-F238E27FC236}">
                <a16:creationId xmlns:a16="http://schemas.microsoft.com/office/drawing/2014/main" id="{DB827013-CDC8-6E0A-8224-838FB227FD2F}"/>
              </a:ext>
            </a:extLst>
          </p:cNvPr>
          <p:cNvPicPr>
            <a:picLocks noChangeAspect="1"/>
          </p:cNvPicPr>
          <p:nvPr/>
        </p:nvPicPr>
        <p:blipFill>
          <a:blip r:embed="rId4"/>
          <a:stretch>
            <a:fillRect/>
          </a:stretch>
        </p:blipFill>
        <p:spPr>
          <a:xfrm>
            <a:off x="7840913" y="2927575"/>
            <a:ext cx="2524477" cy="301984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CB282-10BD-6A0C-3D60-C640223CB15E}"/>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60DC4021-92E5-D01F-F6F6-CED10E7FAACE}"/>
              </a:ext>
            </a:extLst>
          </p:cNvPr>
          <p:cNvSpPr txBox="1">
            <a:spLocks noGrp="1"/>
          </p:cNvSpPr>
          <p:nvPr>
            <p:ph type="ftr" sz="quarter" idx="5"/>
          </p:nvPr>
        </p:nvSpPr>
        <p:spPr>
          <a:xfrm>
            <a:off x="1737653" y="6425418"/>
            <a:ext cx="1092328"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6" name="object 6">
            <a:extLst>
              <a:ext uri="{FF2B5EF4-FFF2-40B4-BE49-F238E27FC236}">
                <a16:creationId xmlns:a16="http://schemas.microsoft.com/office/drawing/2014/main" id="{F2BBF4AB-D666-A858-2FEA-FB8D9B0EA9B9}"/>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18</a:t>
            </a:fld>
            <a:endParaRPr spc="-25" dirty="0"/>
          </a:p>
        </p:txBody>
      </p:sp>
      <p:pic>
        <p:nvPicPr>
          <p:cNvPr id="7" name="Picture 6" descr="A logo of a company&#10;&#10;AI-generated content may be incorrect.">
            <a:extLst>
              <a:ext uri="{FF2B5EF4-FFF2-40B4-BE49-F238E27FC236}">
                <a16:creationId xmlns:a16="http://schemas.microsoft.com/office/drawing/2014/main" id="{C3DC0B9D-4BE5-E09E-27AC-4E49592BC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
        <p:nvSpPr>
          <p:cNvPr id="27" name="Text 0">
            <a:extLst>
              <a:ext uri="{FF2B5EF4-FFF2-40B4-BE49-F238E27FC236}">
                <a16:creationId xmlns:a16="http://schemas.microsoft.com/office/drawing/2014/main" id="{87117AD9-F701-BC84-06C9-F994A37AEEC2}"/>
              </a:ext>
            </a:extLst>
          </p:cNvPr>
          <p:cNvSpPr/>
          <p:nvPr/>
        </p:nvSpPr>
        <p:spPr>
          <a:xfrm>
            <a:off x="645459" y="1174429"/>
            <a:ext cx="9374862" cy="650677"/>
          </a:xfrm>
          <a:prstGeom prst="rect">
            <a:avLst/>
          </a:prstGeom>
          <a:noFill/>
          <a:ln/>
        </p:spPr>
        <p:txBody>
          <a:bodyPr wrap="none" lIns="0" tIns="0" rIns="0" bIns="0" rtlCol="0" anchor="t"/>
          <a:lstStyle/>
          <a:p>
            <a:pPr algn="l">
              <a:lnSpc>
                <a:spcPts val="3900"/>
              </a:lnSpc>
            </a:pPr>
            <a:r>
              <a:rPr lang="en-US" sz="3200" b="1" dirty="0">
                <a:solidFill>
                  <a:schemeClr val="tx2"/>
                </a:solidFill>
                <a:latin typeface="Arial" panose="020B0604020202020204" pitchFamily="34" charset="0"/>
                <a:ea typeface="Petrona Bold" pitchFamily="34" charset="-122"/>
                <a:cs typeface="Arial" panose="020B0604020202020204" pitchFamily="34" charset="0"/>
              </a:rPr>
              <a:t>Dimension Tables: The Building Blocks of Context</a:t>
            </a:r>
          </a:p>
        </p:txBody>
      </p:sp>
      <p:sp>
        <p:nvSpPr>
          <p:cNvPr id="2" name="Text 1">
            <a:extLst>
              <a:ext uri="{FF2B5EF4-FFF2-40B4-BE49-F238E27FC236}">
                <a16:creationId xmlns:a16="http://schemas.microsoft.com/office/drawing/2014/main" id="{75019D66-6E50-15EE-6D7A-FCA62FF4AC80}"/>
              </a:ext>
            </a:extLst>
          </p:cNvPr>
          <p:cNvSpPr/>
          <p:nvPr/>
        </p:nvSpPr>
        <p:spPr>
          <a:xfrm>
            <a:off x="694015" y="1676711"/>
            <a:ext cx="13242369" cy="317302"/>
          </a:xfrm>
          <a:prstGeom prst="rect">
            <a:avLst/>
          </a:prstGeom>
          <a:noFill/>
          <a:ln/>
        </p:spPr>
        <p:txBody>
          <a:bodyPr wrap="none" lIns="0" tIns="0" rIns="0" bIns="0" rtlCol="0" anchor="t"/>
          <a:lstStyle/>
          <a:p>
            <a:pPr marL="0" indent="0" algn="l">
              <a:lnSpc>
                <a:spcPts val="2450"/>
              </a:lnSpc>
              <a:buNone/>
            </a:pPr>
            <a:r>
              <a:rPr lang="en-US" sz="1550" dirty="0">
                <a:solidFill>
                  <a:schemeClr val="tx1"/>
                </a:solidFill>
                <a:latin typeface="Inter" pitchFamily="34" charset="0"/>
                <a:ea typeface="Inter" pitchFamily="34" charset="-122"/>
                <a:cs typeface="Inter" pitchFamily="34" charset="-120"/>
              </a:rPr>
              <a:t>Detailed attributes for each key entity, providing rich context for sales analysis.</a:t>
            </a:r>
            <a:endParaRPr lang="en-US" sz="1550" dirty="0">
              <a:solidFill>
                <a:schemeClr val="tx1"/>
              </a:solidFill>
            </a:endParaRPr>
          </a:p>
        </p:txBody>
      </p:sp>
      <p:sp>
        <p:nvSpPr>
          <p:cNvPr id="4" name="Text 2">
            <a:extLst>
              <a:ext uri="{FF2B5EF4-FFF2-40B4-BE49-F238E27FC236}">
                <a16:creationId xmlns:a16="http://schemas.microsoft.com/office/drawing/2014/main" id="{77F29E0F-B87C-33CD-67F7-7DCA84C12EAA}"/>
              </a:ext>
            </a:extLst>
          </p:cNvPr>
          <p:cNvSpPr/>
          <p:nvPr/>
        </p:nvSpPr>
        <p:spPr>
          <a:xfrm>
            <a:off x="681318" y="2110320"/>
            <a:ext cx="2602825" cy="325279"/>
          </a:xfrm>
          <a:prstGeom prst="rect">
            <a:avLst/>
          </a:prstGeom>
          <a:noFill/>
          <a:ln/>
        </p:spPr>
        <p:txBody>
          <a:bodyPr wrap="none" lIns="0" tIns="0" rIns="0" bIns="0" rtlCol="0" anchor="t"/>
          <a:lstStyle/>
          <a:p>
            <a:pPr marL="0" indent="0" algn="l">
              <a:lnSpc>
                <a:spcPts val="2550"/>
              </a:lnSpc>
              <a:buNone/>
            </a:pPr>
            <a:r>
              <a:rPr lang="en-US" sz="2000" b="1" dirty="0">
                <a:solidFill>
                  <a:schemeClr val="tx1"/>
                </a:solidFill>
                <a:latin typeface="Arial" panose="020B0604020202020204" pitchFamily="34" charset="0"/>
                <a:ea typeface="Petrona Bold" pitchFamily="34" charset="-122"/>
                <a:cs typeface="Arial" panose="020B0604020202020204" pitchFamily="34" charset="0"/>
              </a:rPr>
              <a:t>Dim_Customer</a:t>
            </a:r>
            <a:endParaRPr lang="en-US" sz="2000" dirty="0">
              <a:solidFill>
                <a:schemeClr val="tx1"/>
              </a:solidFill>
              <a:latin typeface="Arial" panose="020B0604020202020204" pitchFamily="34" charset="0"/>
              <a:cs typeface="Arial" panose="020B0604020202020204" pitchFamily="34" charset="0"/>
            </a:endParaRPr>
          </a:p>
        </p:txBody>
      </p:sp>
      <p:sp>
        <p:nvSpPr>
          <p:cNvPr id="8" name="Text 3">
            <a:extLst>
              <a:ext uri="{FF2B5EF4-FFF2-40B4-BE49-F238E27FC236}">
                <a16:creationId xmlns:a16="http://schemas.microsoft.com/office/drawing/2014/main" id="{F39DF206-0F0C-F04D-F375-1BCA8860CE96}"/>
              </a:ext>
            </a:extLst>
          </p:cNvPr>
          <p:cNvSpPr/>
          <p:nvPr/>
        </p:nvSpPr>
        <p:spPr>
          <a:xfrm>
            <a:off x="681318" y="2519728"/>
            <a:ext cx="4248864" cy="317302"/>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chemeClr val="tx1"/>
                </a:solidFill>
                <a:latin typeface="Inter" pitchFamily="34" charset="0"/>
                <a:ea typeface="Inter" pitchFamily="34" charset="-122"/>
                <a:cs typeface="Inter" pitchFamily="34" charset="-120"/>
              </a:rPr>
              <a:t>Customer ID (PK)</a:t>
            </a:r>
            <a:endParaRPr lang="en-US" sz="1550" dirty="0">
              <a:solidFill>
                <a:schemeClr val="tx1"/>
              </a:solidFill>
            </a:endParaRPr>
          </a:p>
        </p:txBody>
      </p:sp>
      <p:sp>
        <p:nvSpPr>
          <p:cNvPr id="9" name="Text 4">
            <a:extLst>
              <a:ext uri="{FF2B5EF4-FFF2-40B4-BE49-F238E27FC236}">
                <a16:creationId xmlns:a16="http://schemas.microsoft.com/office/drawing/2014/main" id="{C6B88B91-89DD-A3E4-37E1-2D381A602D5A}"/>
              </a:ext>
            </a:extLst>
          </p:cNvPr>
          <p:cNvSpPr/>
          <p:nvPr/>
        </p:nvSpPr>
        <p:spPr>
          <a:xfrm>
            <a:off x="663389" y="2910891"/>
            <a:ext cx="4248864" cy="317302"/>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chemeClr val="tx1"/>
                </a:solidFill>
                <a:latin typeface="Inter" pitchFamily="34" charset="0"/>
                <a:ea typeface="Inter" pitchFamily="34" charset="-122"/>
                <a:cs typeface="Inter" pitchFamily="34" charset="-120"/>
              </a:rPr>
              <a:t>Customer Name</a:t>
            </a:r>
            <a:endParaRPr lang="en-US" sz="1550" dirty="0">
              <a:solidFill>
                <a:schemeClr val="tx1"/>
              </a:solidFill>
            </a:endParaRPr>
          </a:p>
        </p:txBody>
      </p:sp>
      <p:sp>
        <p:nvSpPr>
          <p:cNvPr id="19" name="Text 5">
            <a:extLst>
              <a:ext uri="{FF2B5EF4-FFF2-40B4-BE49-F238E27FC236}">
                <a16:creationId xmlns:a16="http://schemas.microsoft.com/office/drawing/2014/main" id="{33EB7C7A-D666-A05C-41A0-3D95B802F68E}"/>
              </a:ext>
            </a:extLst>
          </p:cNvPr>
          <p:cNvSpPr/>
          <p:nvPr/>
        </p:nvSpPr>
        <p:spPr>
          <a:xfrm>
            <a:off x="676836" y="3309774"/>
            <a:ext cx="4248864" cy="317302"/>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chemeClr val="tx1"/>
                </a:solidFill>
                <a:latin typeface="Inter" pitchFamily="34" charset="0"/>
                <a:ea typeface="Inter" pitchFamily="34" charset="-122"/>
                <a:cs typeface="Inter" pitchFamily="34" charset="-120"/>
              </a:rPr>
              <a:t>Segment</a:t>
            </a:r>
            <a:endParaRPr lang="en-US" sz="1550" dirty="0">
              <a:solidFill>
                <a:schemeClr val="tx1"/>
              </a:solidFill>
            </a:endParaRPr>
          </a:p>
        </p:txBody>
      </p:sp>
      <p:sp>
        <p:nvSpPr>
          <p:cNvPr id="23" name="Text 6">
            <a:extLst>
              <a:ext uri="{FF2B5EF4-FFF2-40B4-BE49-F238E27FC236}">
                <a16:creationId xmlns:a16="http://schemas.microsoft.com/office/drawing/2014/main" id="{E8F34FED-9426-7D56-ABF3-2D8E533F2192}"/>
              </a:ext>
            </a:extLst>
          </p:cNvPr>
          <p:cNvSpPr/>
          <p:nvPr/>
        </p:nvSpPr>
        <p:spPr>
          <a:xfrm>
            <a:off x="4031477" y="2106577"/>
            <a:ext cx="2602825" cy="325279"/>
          </a:xfrm>
          <a:prstGeom prst="rect">
            <a:avLst/>
          </a:prstGeom>
          <a:noFill/>
          <a:ln/>
        </p:spPr>
        <p:txBody>
          <a:bodyPr wrap="none" lIns="0" tIns="0" rIns="0" bIns="0" rtlCol="0" anchor="t"/>
          <a:lstStyle/>
          <a:p>
            <a:pPr marL="0" indent="0" algn="l">
              <a:lnSpc>
                <a:spcPts val="2550"/>
              </a:lnSpc>
              <a:buNone/>
            </a:pPr>
            <a:r>
              <a:rPr lang="en-US" sz="2000" b="1" dirty="0">
                <a:solidFill>
                  <a:schemeClr val="tx1"/>
                </a:solidFill>
                <a:latin typeface="Arial" panose="020B0604020202020204" pitchFamily="34" charset="0"/>
                <a:ea typeface="Petrona Bold" pitchFamily="34" charset="-122"/>
                <a:cs typeface="Arial" panose="020B0604020202020204" pitchFamily="34" charset="0"/>
              </a:rPr>
              <a:t>Dim_Location</a:t>
            </a:r>
            <a:endParaRPr lang="en-US" sz="2000" dirty="0">
              <a:solidFill>
                <a:schemeClr val="tx1"/>
              </a:solidFill>
              <a:latin typeface="Arial" panose="020B0604020202020204" pitchFamily="34" charset="0"/>
              <a:cs typeface="Arial" panose="020B0604020202020204" pitchFamily="34" charset="0"/>
            </a:endParaRPr>
          </a:p>
        </p:txBody>
      </p:sp>
      <p:sp>
        <p:nvSpPr>
          <p:cNvPr id="25" name="Text 7">
            <a:extLst>
              <a:ext uri="{FF2B5EF4-FFF2-40B4-BE49-F238E27FC236}">
                <a16:creationId xmlns:a16="http://schemas.microsoft.com/office/drawing/2014/main" id="{A193F634-98DC-9082-50EE-349C86624767}"/>
              </a:ext>
            </a:extLst>
          </p:cNvPr>
          <p:cNvSpPr/>
          <p:nvPr/>
        </p:nvSpPr>
        <p:spPr>
          <a:xfrm>
            <a:off x="4031477" y="2511471"/>
            <a:ext cx="4248864" cy="317302"/>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chemeClr val="tx1"/>
                </a:solidFill>
                <a:latin typeface="Inter" pitchFamily="34" charset="0"/>
                <a:ea typeface="Inter" pitchFamily="34" charset="-122"/>
                <a:cs typeface="Inter" pitchFamily="34" charset="-120"/>
              </a:rPr>
              <a:t>LocationID (PK)</a:t>
            </a:r>
            <a:endParaRPr lang="en-US" sz="1550" dirty="0">
              <a:solidFill>
                <a:schemeClr val="tx1"/>
              </a:solidFill>
            </a:endParaRPr>
          </a:p>
        </p:txBody>
      </p:sp>
      <p:sp>
        <p:nvSpPr>
          <p:cNvPr id="29" name="Text 8">
            <a:extLst>
              <a:ext uri="{FF2B5EF4-FFF2-40B4-BE49-F238E27FC236}">
                <a16:creationId xmlns:a16="http://schemas.microsoft.com/office/drawing/2014/main" id="{F2DF480A-2E45-3356-8FE5-F55E769BF74D}"/>
              </a:ext>
            </a:extLst>
          </p:cNvPr>
          <p:cNvSpPr/>
          <p:nvPr/>
        </p:nvSpPr>
        <p:spPr>
          <a:xfrm>
            <a:off x="4034849" y="2821652"/>
            <a:ext cx="4248864" cy="317302"/>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chemeClr val="tx1"/>
                </a:solidFill>
                <a:latin typeface="Inter" pitchFamily="34" charset="0"/>
                <a:ea typeface="Inter" pitchFamily="34" charset="-122"/>
                <a:cs typeface="Inter" pitchFamily="34" charset="-120"/>
              </a:rPr>
              <a:t>City, State</a:t>
            </a:r>
            <a:endParaRPr lang="en-US" sz="1550" dirty="0">
              <a:solidFill>
                <a:schemeClr val="tx1"/>
              </a:solidFill>
            </a:endParaRPr>
          </a:p>
        </p:txBody>
      </p:sp>
      <p:sp>
        <p:nvSpPr>
          <p:cNvPr id="30" name="Text 9">
            <a:extLst>
              <a:ext uri="{FF2B5EF4-FFF2-40B4-BE49-F238E27FC236}">
                <a16:creationId xmlns:a16="http://schemas.microsoft.com/office/drawing/2014/main" id="{02C1C8DB-9F89-B32F-FD80-D1689E9B8C94}"/>
              </a:ext>
            </a:extLst>
          </p:cNvPr>
          <p:cNvSpPr/>
          <p:nvPr/>
        </p:nvSpPr>
        <p:spPr>
          <a:xfrm>
            <a:off x="4031477" y="3199537"/>
            <a:ext cx="4248864" cy="317302"/>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chemeClr val="tx1"/>
                </a:solidFill>
                <a:latin typeface="Inter" pitchFamily="34" charset="0"/>
                <a:ea typeface="Inter" pitchFamily="34" charset="-122"/>
                <a:cs typeface="Inter" pitchFamily="34" charset="-120"/>
              </a:rPr>
              <a:t>Postal Code, Country</a:t>
            </a:r>
            <a:endParaRPr lang="en-US" sz="1550" dirty="0">
              <a:solidFill>
                <a:schemeClr val="tx1"/>
              </a:solidFill>
            </a:endParaRPr>
          </a:p>
        </p:txBody>
      </p:sp>
      <p:sp>
        <p:nvSpPr>
          <p:cNvPr id="31" name="Text 10">
            <a:extLst>
              <a:ext uri="{FF2B5EF4-FFF2-40B4-BE49-F238E27FC236}">
                <a16:creationId xmlns:a16="http://schemas.microsoft.com/office/drawing/2014/main" id="{F1DF750F-178A-030B-33DE-C43D83065DC3}"/>
              </a:ext>
            </a:extLst>
          </p:cNvPr>
          <p:cNvSpPr/>
          <p:nvPr/>
        </p:nvSpPr>
        <p:spPr>
          <a:xfrm>
            <a:off x="4031477" y="3550146"/>
            <a:ext cx="4248864" cy="317302"/>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chemeClr val="tx1"/>
                </a:solidFill>
                <a:latin typeface="Inter" pitchFamily="34" charset="0"/>
                <a:ea typeface="Inter" pitchFamily="34" charset="-122"/>
                <a:cs typeface="Inter" pitchFamily="34" charset="-120"/>
              </a:rPr>
              <a:t>Region</a:t>
            </a:r>
            <a:endParaRPr lang="en-US" sz="1550" dirty="0">
              <a:solidFill>
                <a:schemeClr val="tx1"/>
              </a:solidFill>
            </a:endParaRPr>
          </a:p>
        </p:txBody>
      </p:sp>
      <p:sp>
        <p:nvSpPr>
          <p:cNvPr id="33" name="Text 11">
            <a:extLst>
              <a:ext uri="{FF2B5EF4-FFF2-40B4-BE49-F238E27FC236}">
                <a16:creationId xmlns:a16="http://schemas.microsoft.com/office/drawing/2014/main" id="{ABB52C4D-75A7-E012-8430-FF8D5A061C78}"/>
              </a:ext>
            </a:extLst>
          </p:cNvPr>
          <p:cNvSpPr/>
          <p:nvPr/>
        </p:nvSpPr>
        <p:spPr>
          <a:xfrm>
            <a:off x="8907857" y="2126690"/>
            <a:ext cx="2602825" cy="325279"/>
          </a:xfrm>
          <a:prstGeom prst="rect">
            <a:avLst/>
          </a:prstGeom>
          <a:noFill/>
          <a:ln/>
        </p:spPr>
        <p:txBody>
          <a:bodyPr wrap="none" lIns="0" tIns="0" rIns="0" bIns="0" rtlCol="0" anchor="t"/>
          <a:lstStyle/>
          <a:p>
            <a:pPr marL="0" indent="0" algn="l">
              <a:lnSpc>
                <a:spcPts val="2550"/>
              </a:lnSpc>
              <a:buNone/>
            </a:pPr>
            <a:r>
              <a:rPr lang="en-US" sz="2000" b="1" dirty="0">
                <a:solidFill>
                  <a:schemeClr val="tx1"/>
                </a:solidFill>
                <a:latin typeface="Arial" panose="020B0604020202020204" pitchFamily="34" charset="0"/>
                <a:ea typeface="Petrona Bold" pitchFamily="34" charset="-122"/>
                <a:cs typeface="Arial" panose="020B0604020202020204" pitchFamily="34" charset="0"/>
              </a:rPr>
              <a:t>Dim_Product</a:t>
            </a:r>
            <a:endParaRPr lang="en-US" sz="2000" dirty="0">
              <a:solidFill>
                <a:schemeClr val="tx1"/>
              </a:solidFill>
              <a:latin typeface="Arial" panose="020B0604020202020204" pitchFamily="34" charset="0"/>
              <a:cs typeface="Arial" panose="020B0604020202020204" pitchFamily="34" charset="0"/>
            </a:endParaRPr>
          </a:p>
        </p:txBody>
      </p:sp>
      <p:sp>
        <p:nvSpPr>
          <p:cNvPr id="34" name="Text 12">
            <a:extLst>
              <a:ext uri="{FF2B5EF4-FFF2-40B4-BE49-F238E27FC236}">
                <a16:creationId xmlns:a16="http://schemas.microsoft.com/office/drawing/2014/main" id="{898CE005-2CF2-4649-AD71-E45C780D0BB3}"/>
              </a:ext>
            </a:extLst>
          </p:cNvPr>
          <p:cNvSpPr/>
          <p:nvPr/>
        </p:nvSpPr>
        <p:spPr>
          <a:xfrm>
            <a:off x="8763000" y="2481448"/>
            <a:ext cx="4248864" cy="317302"/>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chemeClr val="tx1"/>
                </a:solidFill>
                <a:latin typeface="Inter" pitchFamily="34" charset="0"/>
                <a:ea typeface="Inter" pitchFamily="34" charset="-122"/>
                <a:cs typeface="Inter" pitchFamily="34" charset="-120"/>
              </a:rPr>
              <a:t>Product ID (PK)</a:t>
            </a:r>
            <a:endParaRPr lang="en-US" sz="1550" dirty="0">
              <a:solidFill>
                <a:schemeClr val="tx1"/>
              </a:solidFill>
            </a:endParaRPr>
          </a:p>
        </p:txBody>
      </p:sp>
      <p:sp>
        <p:nvSpPr>
          <p:cNvPr id="35" name="Text 13">
            <a:extLst>
              <a:ext uri="{FF2B5EF4-FFF2-40B4-BE49-F238E27FC236}">
                <a16:creationId xmlns:a16="http://schemas.microsoft.com/office/drawing/2014/main" id="{B97EED40-EDF0-1BB1-9087-6233F4D0CAAD}"/>
              </a:ext>
            </a:extLst>
          </p:cNvPr>
          <p:cNvSpPr/>
          <p:nvPr/>
        </p:nvSpPr>
        <p:spPr>
          <a:xfrm>
            <a:off x="8763000" y="2865814"/>
            <a:ext cx="4248864" cy="317302"/>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chemeClr val="tx1"/>
                </a:solidFill>
                <a:latin typeface="Inter" pitchFamily="34" charset="0"/>
                <a:ea typeface="Inter" pitchFamily="34" charset="-122"/>
                <a:cs typeface="Inter" pitchFamily="34" charset="-120"/>
              </a:rPr>
              <a:t>Product Name</a:t>
            </a:r>
            <a:endParaRPr lang="en-US" sz="1550" dirty="0">
              <a:solidFill>
                <a:schemeClr val="tx1"/>
              </a:solidFill>
            </a:endParaRPr>
          </a:p>
        </p:txBody>
      </p:sp>
      <p:sp>
        <p:nvSpPr>
          <p:cNvPr id="36" name="Text 14">
            <a:extLst>
              <a:ext uri="{FF2B5EF4-FFF2-40B4-BE49-F238E27FC236}">
                <a16:creationId xmlns:a16="http://schemas.microsoft.com/office/drawing/2014/main" id="{12A58954-81BB-6F54-C2BA-11CC331506FB}"/>
              </a:ext>
            </a:extLst>
          </p:cNvPr>
          <p:cNvSpPr/>
          <p:nvPr/>
        </p:nvSpPr>
        <p:spPr>
          <a:xfrm>
            <a:off x="8763000" y="3270349"/>
            <a:ext cx="4248864" cy="317302"/>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chemeClr val="tx1"/>
                </a:solidFill>
                <a:latin typeface="Inter" pitchFamily="34" charset="0"/>
                <a:ea typeface="Inter" pitchFamily="34" charset="-122"/>
                <a:cs typeface="Inter" pitchFamily="34" charset="-120"/>
              </a:rPr>
              <a:t>Category, Sub-Category</a:t>
            </a:r>
            <a:endParaRPr lang="en-US" sz="1550" dirty="0">
              <a:solidFill>
                <a:schemeClr val="tx1"/>
              </a:solidFill>
            </a:endParaRPr>
          </a:p>
        </p:txBody>
      </p:sp>
      <p:sp>
        <p:nvSpPr>
          <p:cNvPr id="37" name="Text 23">
            <a:extLst>
              <a:ext uri="{FF2B5EF4-FFF2-40B4-BE49-F238E27FC236}">
                <a16:creationId xmlns:a16="http://schemas.microsoft.com/office/drawing/2014/main" id="{20AFBC62-7061-0E94-0C84-6E13F262621A}"/>
              </a:ext>
            </a:extLst>
          </p:cNvPr>
          <p:cNvSpPr/>
          <p:nvPr/>
        </p:nvSpPr>
        <p:spPr>
          <a:xfrm>
            <a:off x="645459" y="4051331"/>
            <a:ext cx="2602825" cy="325279"/>
          </a:xfrm>
          <a:prstGeom prst="rect">
            <a:avLst/>
          </a:prstGeom>
          <a:noFill/>
          <a:ln/>
        </p:spPr>
        <p:txBody>
          <a:bodyPr wrap="none" lIns="0" tIns="0" rIns="0" bIns="0" rtlCol="0" anchor="t"/>
          <a:lstStyle/>
          <a:p>
            <a:pPr marL="0" indent="0" algn="l">
              <a:lnSpc>
                <a:spcPts val="2550"/>
              </a:lnSpc>
              <a:buNone/>
            </a:pPr>
            <a:r>
              <a:rPr lang="en-US" sz="2000" b="1" dirty="0">
                <a:solidFill>
                  <a:schemeClr val="tx1"/>
                </a:solidFill>
                <a:latin typeface="Arial" panose="020B0604020202020204" pitchFamily="34" charset="0"/>
                <a:ea typeface="Petrona Bold" pitchFamily="34" charset="-122"/>
                <a:cs typeface="Arial" panose="020B0604020202020204" pitchFamily="34" charset="0"/>
              </a:rPr>
              <a:t>Dim_ShipMode</a:t>
            </a:r>
            <a:endParaRPr lang="en-US" sz="2000" dirty="0">
              <a:solidFill>
                <a:schemeClr val="tx1"/>
              </a:solidFill>
              <a:latin typeface="Arial" panose="020B0604020202020204" pitchFamily="34" charset="0"/>
              <a:cs typeface="Arial" panose="020B0604020202020204" pitchFamily="34" charset="0"/>
            </a:endParaRPr>
          </a:p>
        </p:txBody>
      </p:sp>
      <p:sp>
        <p:nvSpPr>
          <p:cNvPr id="38" name="Text 24">
            <a:extLst>
              <a:ext uri="{FF2B5EF4-FFF2-40B4-BE49-F238E27FC236}">
                <a16:creationId xmlns:a16="http://schemas.microsoft.com/office/drawing/2014/main" id="{3D23E418-FBBC-065E-3C33-1DB809380604}"/>
              </a:ext>
            </a:extLst>
          </p:cNvPr>
          <p:cNvSpPr/>
          <p:nvPr/>
        </p:nvSpPr>
        <p:spPr>
          <a:xfrm>
            <a:off x="649942" y="4460008"/>
            <a:ext cx="4248864" cy="317302"/>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chemeClr val="tx1"/>
                </a:solidFill>
                <a:latin typeface="Inter" pitchFamily="34" charset="0"/>
                <a:ea typeface="Inter" pitchFamily="34" charset="-122"/>
                <a:cs typeface="Inter" pitchFamily="34" charset="-120"/>
              </a:rPr>
              <a:t>Ship Mode ID (PK)</a:t>
            </a:r>
            <a:endParaRPr lang="en-US" sz="1550" dirty="0">
              <a:solidFill>
                <a:schemeClr val="tx1"/>
              </a:solidFill>
            </a:endParaRPr>
          </a:p>
        </p:txBody>
      </p:sp>
      <p:sp>
        <p:nvSpPr>
          <p:cNvPr id="39" name="Text 25">
            <a:extLst>
              <a:ext uri="{FF2B5EF4-FFF2-40B4-BE49-F238E27FC236}">
                <a16:creationId xmlns:a16="http://schemas.microsoft.com/office/drawing/2014/main" id="{082B974D-4511-71B4-2625-B6A8C5A432C4}"/>
              </a:ext>
            </a:extLst>
          </p:cNvPr>
          <p:cNvSpPr/>
          <p:nvPr/>
        </p:nvSpPr>
        <p:spPr>
          <a:xfrm>
            <a:off x="663389" y="4830022"/>
            <a:ext cx="4248864" cy="317302"/>
          </a:xfrm>
          <a:prstGeom prst="rect">
            <a:avLst/>
          </a:prstGeom>
          <a:noFill/>
          <a:ln/>
        </p:spPr>
        <p:txBody>
          <a:bodyPr wrap="none" lIns="0" tIns="0" rIns="0" bIns="0" rtlCol="0" anchor="t"/>
          <a:lstStyle/>
          <a:p>
            <a:pPr marL="342900" indent="-342900" algn="l">
              <a:lnSpc>
                <a:spcPts val="2450"/>
              </a:lnSpc>
              <a:buSzPct val="100000"/>
              <a:buChar char="•"/>
            </a:pPr>
            <a:r>
              <a:rPr lang="en-US" sz="1550" dirty="0">
                <a:solidFill>
                  <a:schemeClr val="tx1"/>
                </a:solidFill>
                <a:latin typeface="Inter" pitchFamily="34" charset="0"/>
                <a:ea typeface="Inter" pitchFamily="34" charset="-122"/>
                <a:cs typeface="Inter" pitchFamily="34" charset="-120"/>
              </a:rPr>
              <a:t>Ship Mode</a:t>
            </a:r>
            <a:endParaRPr lang="en-US" sz="1550" dirty="0">
              <a:solidFill>
                <a:schemeClr val="tx1"/>
              </a:solidFill>
            </a:endParaRPr>
          </a:p>
        </p:txBody>
      </p:sp>
      <p:sp>
        <p:nvSpPr>
          <p:cNvPr id="41" name="TextBox 40">
            <a:extLst>
              <a:ext uri="{FF2B5EF4-FFF2-40B4-BE49-F238E27FC236}">
                <a16:creationId xmlns:a16="http://schemas.microsoft.com/office/drawing/2014/main" id="{E1906953-0EF6-7688-C4FC-638D87BF7E90}"/>
              </a:ext>
            </a:extLst>
          </p:cNvPr>
          <p:cNvSpPr txBox="1"/>
          <p:nvPr/>
        </p:nvSpPr>
        <p:spPr>
          <a:xfrm>
            <a:off x="3921856" y="4002383"/>
            <a:ext cx="6965576" cy="2609432"/>
          </a:xfrm>
          <a:prstGeom prst="rect">
            <a:avLst/>
          </a:prstGeom>
          <a:noFill/>
        </p:spPr>
        <p:txBody>
          <a:bodyPr wrap="square">
            <a:spAutoFit/>
          </a:bodyPr>
          <a:lstStyle/>
          <a:p>
            <a:pPr>
              <a:buNone/>
            </a:pPr>
            <a:r>
              <a:rPr lang="en-US" sz="2000" b="1" dirty="0">
                <a:latin typeface="Arial" panose="020B0604020202020204" pitchFamily="34" charset="0"/>
                <a:cs typeface="Arial" panose="020B0604020202020204" pitchFamily="34" charset="0"/>
              </a:rPr>
              <a:t>Dim Date</a:t>
            </a:r>
          </a:p>
          <a:p>
            <a:pPr marL="342900" indent="-342900" algn="l">
              <a:lnSpc>
                <a:spcPts val="2450"/>
              </a:lnSpc>
              <a:buSzPct val="100000"/>
              <a:buFont typeface="Arial" panose="020B0604020202020204" pitchFamily="34" charset="0"/>
              <a:buChar char="•"/>
            </a:pPr>
            <a:r>
              <a:rPr lang="en-US" sz="1550" dirty="0">
                <a:solidFill>
                  <a:schemeClr val="tx1"/>
                </a:solidFill>
                <a:latin typeface="Inter" pitchFamily="34" charset="0"/>
                <a:ea typeface="Inter" pitchFamily="34" charset="-122"/>
              </a:rPr>
              <a:t>Date (PK)</a:t>
            </a:r>
          </a:p>
          <a:p>
            <a:pPr marL="342900" indent="-342900" algn="l">
              <a:lnSpc>
                <a:spcPts val="2450"/>
              </a:lnSpc>
              <a:buSzPct val="100000"/>
              <a:buFont typeface="Arial" panose="020B0604020202020204" pitchFamily="34" charset="0"/>
              <a:buChar char="•"/>
            </a:pPr>
            <a:r>
              <a:rPr lang="en-US" sz="1550" dirty="0">
                <a:solidFill>
                  <a:schemeClr val="tx1"/>
                </a:solidFill>
                <a:latin typeface="Inter" pitchFamily="34" charset="0"/>
                <a:ea typeface="Inter" pitchFamily="34" charset="-122"/>
              </a:rPr>
              <a:t>Year</a:t>
            </a:r>
          </a:p>
          <a:p>
            <a:pPr marL="342900" indent="-342900" algn="l">
              <a:lnSpc>
                <a:spcPts val="2450"/>
              </a:lnSpc>
              <a:buSzPct val="100000"/>
              <a:buFont typeface="Arial" panose="020B0604020202020204" pitchFamily="34" charset="0"/>
              <a:buChar char="•"/>
            </a:pPr>
            <a:r>
              <a:rPr lang="en-US" sz="1550" dirty="0">
                <a:solidFill>
                  <a:schemeClr val="tx1"/>
                </a:solidFill>
                <a:latin typeface="Inter" pitchFamily="34" charset="0"/>
                <a:ea typeface="Inter" pitchFamily="34" charset="-122"/>
              </a:rPr>
              <a:t>Month</a:t>
            </a:r>
          </a:p>
          <a:p>
            <a:pPr marL="342900" indent="-342900" algn="l">
              <a:lnSpc>
                <a:spcPts val="2450"/>
              </a:lnSpc>
              <a:buSzPct val="100000"/>
              <a:buFont typeface="Arial" panose="020B0604020202020204" pitchFamily="34" charset="0"/>
              <a:buChar char="•"/>
            </a:pPr>
            <a:r>
              <a:rPr lang="en-US" sz="1550" dirty="0" err="1">
                <a:solidFill>
                  <a:schemeClr val="tx1"/>
                </a:solidFill>
                <a:latin typeface="Inter" pitchFamily="34" charset="0"/>
                <a:ea typeface="Inter" pitchFamily="34" charset="-122"/>
              </a:rPr>
              <a:t>MonthNum</a:t>
            </a:r>
            <a:endParaRPr lang="en-US" sz="1550" dirty="0">
              <a:solidFill>
                <a:schemeClr val="tx1"/>
              </a:solidFill>
              <a:latin typeface="Inter" pitchFamily="34" charset="0"/>
              <a:ea typeface="Inter" pitchFamily="34" charset="-122"/>
            </a:endParaRPr>
          </a:p>
          <a:p>
            <a:pPr marL="342900" indent="-342900" algn="l">
              <a:lnSpc>
                <a:spcPts val="2450"/>
              </a:lnSpc>
              <a:buSzPct val="100000"/>
              <a:buFont typeface="Arial" panose="020B0604020202020204" pitchFamily="34" charset="0"/>
              <a:buChar char="•"/>
            </a:pPr>
            <a:r>
              <a:rPr lang="en-US" sz="1550" dirty="0">
                <a:solidFill>
                  <a:schemeClr val="tx1"/>
                </a:solidFill>
                <a:latin typeface="Inter" pitchFamily="34" charset="0"/>
                <a:ea typeface="Inter" pitchFamily="34" charset="-122"/>
              </a:rPr>
              <a:t>Weekday</a:t>
            </a:r>
          </a:p>
          <a:p>
            <a:pPr marL="342900" indent="-342900" algn="l">
              <a:lnSpc>
                <a:spcPts val="2450"/>
              </a:lnSpc>
              <a:buSzPct val="100000"/>
              <a:buFont typeface="Arial" panose="020B0604020202020204" pitchFamily="34" charset="0"/>
              <a:buChar char="•"/>
            </a:pPr>
            <a:r>
              <a:rPr lang="en-US" sz="1550" dirty="0" err="1">
                <a:solidFill>
                  <a:schemeClr val="tx1"/>
                </a:solidFill>
                <a:latin typeface="Inter" pitchFamily="34" charset="0"/>
                <a:ea typeface="Inter" pitchFamily="34" charset="-122"/>
              </a:rPr>
              <a:t>WeekNum</a:t>
            </a:r>
            <a:endParaRPr lang="en-US" sz="1550" dirty="0">
              <a:solidFill>
                <a:schemeClr val="tx1"/>
              </a:solidFill>
              <a:latin typeface="Inter" pitchFamily="34" charset="0"/>
              <a:ea typeface="Inter" pitchFamily="34" charset="-122"/>
            </a:endParaRPr>
          </a:p>
          <a:p>
            <a:pPr marL="342900" indent="-342900" algn="l">
              <a:lnSpc>
                <a:spcPts val="2450"/>
              </a:lnSpc>
              <a:buSzPct val="100000"/>
              <a:buFont typeface="Arial" panose="020B0604020202020204" pitchFamily="34" charset="0"/>
              <a:buChar char="•"/>
            </a:pPr>
            <a:r>
              <a:rPr lang="en-US" sz="1550" dirty="0">
                <a:solidFill>
                  <a:schemeClr val="tx1"/>
                </a:solidFill>
                <a:latin typeface="Inter" pitchFamily="34" charset="0"/>
                <a:ea typeface="Inter" pitchFamily="34" charset="-122"/>
              </a:rPr>
              <a:t>Quarter</a:t>
            </a:r>
          </a:p>
        </p:txBody>
      </p:sp>
      <p:pic>
        <p:nvPicPr>
          <p:cNvPr id="43" name="Picture 42">
            <a:extLst>
              <a:ext uri="{FF2B5EF4-FFF2-40B4-BE49-F238E27FC236}">
                <a16:creationId xmlns:a16="http://schemas.microsoft.com/office/drawing/2014/main" id="{76FF9E30-4D85-2E5C-2C1D-8376A351F87B}"/>
              </a:ext>
            </a:extLst>
          </p:cNvPr>
          <p:cNvPicPr>
            <a:picLocks noChangeAspect="1"/>
          </p:cNvPicPr>
          <p:nvPr/>
        </p:nvPicPr>
        <p:blipFill>
          <a:blip r:embed="rId3"/>
          <a:stretch>
            <a:fillRect/>
          </a:stretch>
        </p:blipFill>
        <p:spPr>
          <a:xfrm>
            <a:off x="5638800" y="4345284"/>
            <a:ext cx="2875348" cy="1750716"/>
          </a:xfrm>
          <a:prstGeom prst="rect">
            <a:avLst/>
          </a:prstGeom>
        </p:spPr>
      </p:pic>
    </p:spTree>
    <p:extLst>
      <p:ext uri="{BB962C8B-B14F-4D97-AF65-F5344CB8AC3E}">
        <p14:creationId xmlns:p14="http://schemas.microsoft.com/office/powerpoint/2010/main" val="7744598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19</a:t>
            </a:fld>
            <a:endParaRPr spc="-25" dirty="0"/>
          </a:p>
        </p:txBody>
      </p:sp>
      <p:pic>
        <p:nvPicPr>
          <p:cNvPr id="5" name="Picture 4" descr="A logo of a company&#10;&#10;AI-generated content may be incorrect.">
            <a:extLst>
              <a:ext uri="{FF2B5EF4-FFF2-40B4-BE49-F238E27FC236}">
                <a16:creationId xmlns:a16="http://schemas.microsoft.com/office/drawing/2014/main" id="{A645A18C-CCB6-2DA0-AB95-3840E15919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
        <p:nvSpPr>
          <p:cNvPr id="6" name="Text 0">
            <a:extLst>
              <a:ext uri="{FF2B5EF4-FFF2-40B4-BE49-F238E27FC236}">
                <a16:creationId xmlns:a16="http://schemas.microsoft.com/office/drawing/2014/main" id="{5A813894-8AA7-EB4D-9E24-37808A3C0E8D}"/>
              </a:ext>
            </a:extLst>
          </p:cNvPr>
          <p:cNvSpPr/>
          <p:nvPr/>
        </p:nvSpPr>
        <p:spPr>
          <a:xfrm>
            <a:off x="2438400" y="609600"/>
            <a:ext cx="7315200" cy="418862"/>
          </a:xfrm>
          <a:prstGeom prst="rect">
            <a:avLst/>
          </a:prstGeom>
          <a:noFill/>
          <a:ln/>
        </p:spPr>
        <p:txBody>
          <a:bodyPr wrap="none" lIns="0" tIns="0" rIns="0" bIns="0" rtlCol="0" anchor="t"/>
          <a:lstStyle/>
          <a:p>
            <a:pPr marL="0" indent="0" algn="l">
              <a:lnSpc>
                <a:spcPts val="3250"/>
              </a:lnSpc>
              <a:buNone/>
            </a:pPr>
            <a:r>
              <a:rPr lang="en-US" sz="3200" b="1" dirty="0">
                <a:solidFill>
                  <a:schemeClr val="tx2"/>
                </a:solidFill>
                <a:latin typeface="Arial" panose="020B0604020202020204" pitchFamily="34" charset="0"/>
                <a:ea typeface="Petrona Bold" pitchFamily="34" charset="-122"/>
                <a:cs typeface="Arial" panose="020B0604020202020204" pitchFamily="34" charset="0"/>
              </a:rPr>
              <a:t>Final Data Model – Superstore Sales</a:t>
            </a:r>
            <a:endParaRPr lang="en-US" sz="3200" dirty="0">
              <a:solidFill>
                <a:schemeClr val="tx2"/>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5067FDED-8523-9CAA-9808-6BD981A5111E}"/>
              </a:ext>
            </a:extLst>
          </p:cNvPr>
          <p:cNvPicPr>
            <a:picLocks noChangeAspect="1"/>
          </p:cNvPicPr>
          <p:nvPr/>
        </p:nvPicPr>
        <p:blipFill>
          <a:blip r:embed="rId3"/>
          <a:stretch>
            <a:fillRect/>
          </a:stretch>
        </p:blipFill>
        <p:spPr>
          <a:xfrm>
            <a:off x="2580274" y="1161361"/>
            <a:ext cx="7173326" cy="493463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110E6-51C8-43FA-7203-4802727B8DC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9DACF96-1DBF-D57F-3A3E-B87E7537CA96}"/>
              </a:ext>
            </a:extLst>
          </p:cNvPr>
          <p:cNvSpPr txBox="1">
            <a:spLocks noGrp="1"/>
          </p:cNvSpPr>
          <p:nvPr>
            <p:ph type="title"/>
          </p:nvPr>
        </p:nvSpPr>
        <p:spPr>
          <a:xfrm>
            <a:off x="842510" y="2598626"/>
            <a:ext cx="10515600" cy="843821"/>
          </a:xfrm>
          <a:prstGeom prst="rect">
            <a:avLst/>
          </a:prstGeom>
        </p:spPr>
        <p:txBody>
          <a:bodyPr vert="horz" wrap="square" lIns="0" tIns="12700" rIns="0" bIns="0" rtlCol="0">
            <a:spAutoFit/>
          </a:bodyPr>
          <a:lstStyle/>
          <a:p>
            <a:pPr marL="12700">
              <a:lnSpc>
                <a:spcPct val="100000"/>
              </a:lnSpc>
              <a:spcBef>
                <a:spcPts val="100"/>
              </a:spcBef>
            </a:pPr>
            <a:r>
              <a:rPr u="sng" spc="405" dirty="0">
                <a:solidFill>
                  <a:schemeClr val="tx2"/>
                </a:solidFill>
                <a:uFill>
                  <a:solidFill>
                    <a:srgbClr val="006FC0"/>
                  </a:solidFill>
                </a:uFill>
                <a:latin typeface="Georgia"/>
                <a:cs typeface="Georgia"/>
              </a:rPr>
              <a:t>Visualization</a:t>
            </a:r>
            <a:r>
              <a:rPr u="sng" spc="130" dirty="0">
                <a:solidFill>
                  <a:schemeClr val="tx2"/>
                </a:solidFill>
                <a:uFill>
                  <a:solidFill>
                    <a:srgbClr val="006FC0"/>
                  </a:solidFill>
                </a:uFill>
                <a:latin typeface="Georgia"/>
                <a:cs typeface="Georgia"/>
              </a:rPr>
              <a:t> </a:t>
            </a:r>
            <a:r>
              <a:rPr u="sng" spc="360" dirty="0">
                <a:solidFill>
                  <a:schemeClr val="tx2"/>
                </a:solidFill>
                <a:uFill>
                  <a:solidFill>
                    <a:srgbClr val="006FC0"/>
                  </a:solidFill>
                </a:uFill>
                <a:latin typeface="Georgia"/>
                <a:cs typeface="Georgia"/>
              </a:rPr>
              <a:t>Dashboards</a:t>
            </a:r>
          </a:p>
        </p:txBody>
      </p:sp>
      <p:sp>
        <p:nvSpPr>
          <p:cNvPr id="3" name="object 3">
            <a:extLst>
              <a:ext uri="{FF2B5EF4-FFF2-40B4-BE49-F238E27FC236}">
                <a16:creationId xmlns:a16="http://schemas.microsoft.com/office/drawing/2014/main" id="{9D0A9238-92EC-C182-1414-E8FD99D765DB}"/>
              </a:ext>
            </a:extLst>
          </p:cNvPr>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4" name="object 4">
            <a:extLst>
              <a:ext uri="{FF2B5EF4-FFF2-40B4-BE49-F238E27FC236}">
                <a16:creationId xmlns:a16="http://schemas.microsoft.com/office/drawing/2014/main" id="{15AAFB70-7BC1-E51A-3481-0091ED2AF301}"/>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20</a:t>
            </a:fld>
            <a:endParaRPr spc="-25" dirty="0"/>
          </a:p>
        </p:txBody>
      </p:sp>
      <p:pic>
        <p:nvPicPr>
          <p:cNvPr id="5" name="Picture 4" descr="A logo of a company&#10;&#10;AI-generated content may be incorrect.">
            <a:extLst>
              <a:ext uri="{FF2B5EF4-FFF2-40B4-BE49-F238E27FC236}">
                <a16:creationId xmlns:a16="http://schemas.microsoft.com/office/drawing/2014/main" id="{0448A6C7-CABB-B221-B67E-084D31AFCC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Tree>
    <p:extLst>
      <p:ext uri="{BB962C8B-B14F-4D97-AF65-F5344CB8AC3E}">
        <p14:creationId xmlns:p14="http://schemas.microsoft.com/office/powerpoint/2010/main" val="3585198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0457" rIns="0" bIns="0" rtlCol="0">
            <a:spAutoFit/>
          </a:bodyPr>
          <a:lstStyle/>
          <a:p>
            <a:pPr marL="472440">
              <a:lnSpc>
                <a:spcPct val="100000"/>
              </a:lnSpc>
              <a:spcBef>
                <a:spcPts val="100"/>
              </a:spcBef>
            </a:pPr>
            <a:r>
              <a:rPr spc="-484" dirty="0">
                <a:latin typeface="Cambria"/>
                <a:cs typeface="Cambria"/>
              </a:rPr>
              <a:t>Visualization</a:t>
            </a:r>
            <a:r>
              <a:rPr spc="145" dirty="0">
                <a:latin typeface="Cambria"/>
                <a:cs typeface="Cambria"/>
              </a:rPr>
              <a:t> </a:t>
            </a:r>
            <a:r>
              <a:rPr spc="-590" dirty="0">
                <a:latin typeface="Cambria"/>
                <a:cs typeface="Cambria"/>
              </a:rPr>
              <a:t>Dashboards</a:t>
            </a:r>
          </a:p>
        </p:txBody>
      </p:sp>
      <p:sp>
        <p:nvSpPr>
          <p:cNvPr id="3" name="object 3"/>
          <p:cNvSpPr/>
          <p:nvPr/>
        </p:nvSpPr>
        <p:spPr>
          <a:xfrm>
            <a:off x="2634233" y="1318005"/>
            <a:ext cx="6609715" cy="71755"/>
          </a:xfrm>
          <a:custGeom>
            <a:avLst/>
            <a:gdLst/>
            <a:ahLst/>
            <a:cxnLst/>
            <a:rect l="l" t="t" r="r" b="b"/>
            <a:pathLst>
              <a:path w="6609715" h="71755">
                <a:moveTo>
                  <a:pt x="6609588" y="0"/>
                </a:moveTo>
                <a:lnTo>
                  <a:pt x="0" y="0"/>
                </a:lnTo>
                <a:lnTo>
                  <a:pt x="0" y="71628"/>
                </a:lnTo>
                <a:lnTo>
                  <a:pt x="6609588" y="71628"/>
                </a:lnTo>
                <a:lnTo>
                  <a:pt x="6609588" y="0"/>
                </a:lnTo>
                <a:close/>
              </a:path>
            </a:pathLst>
          </a:custGeom>
          <a:solidFill>
            <a:srgbClr val="006FC0"/>
          </a:solidFill>
        </p:spPr>
        <p:txBody>
          <a:bodyPr wrap="square" lIns="0" tIns="0" rIns="0" bIns="0" rtlCol="0"/>
          <a:lstStyle/>
          <a:p>
            <a:endParaRPr/>
          </a:p>
        </p:txBody>
      </p:sp>
      <p:sp>
        <p:nvSpPr>
          <p:cNvPr id="5" name="object 5"/>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21</a:t>
            </a:fld>
            <a:endParaRPr spc="-25" dirty="0"/>
          </a:p>
        </p:txBody>
      </p:sp>
      <p:pic>
        <p:nvPicPr>
          <p:cNvPr id="7" name="Picture 6" descr="A logo of a company&#10;&#10;AI-generated content may be incorrect.">
            <a:extLst>
              <a:ext uri="{FF2B5EF4-FFF2-40B4-BE49-F238E27FC236}">
                <a16:creationId xmlns:a16="http://schemas.microsoft.com/office/drawing/2014/main" id="{096EE92B-7CFC-25B6-9472-79516C1827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2397" y="1685989"/>
            <a:ext cx="8315325" cy="425761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312420">
              <a:lnSpc>
                <a:spcPct val="100000"/>
              </a:lnSpc>
              <a:spcBef>
                <a:spcPts val="100"/>
              </a:spcBef>
            </a:pPr>
            <a:r>
              <a:rPr spc="-484" dirty="0">
                <a:latin typeface="Cambria"/>
                <a:cs typeface="Cambria"/>
              </a:rPr>
              <a:t>Visualization</a:t>
            </a:r>
            <a:r>
              <a:rPr spc="145" dirty="0">
                <a:latin typeface="Cambria"/>
                <a:cs typeface="Cambria"/>
              </a:rPr>
              <a:t> </a:t>
            </a:r>
            <a:r>
              <a:rPr spc="-590" dirty="0">
                <a:latin typeface="Cambria"/>
                <a:cs typeface="Cambria"/>
              </a:rPr>
              <a:t>Dashboards</a:t>
            </a:r>
          </a:p>
        </p:txBody>
      </p:sp>
      <p:sp>
        <p:nvSpPr>
          <p:cNvPr id="3" name="object 3"/>
          <p:cNvSpPr/>
          <p:nvPr/>
        </p:nvSpPr>
        <p:spPr>
          <a:xfrm>
            <a:off x="2474595" y="1245361"/>
            <a:ext cx="6609715" cy="71755"/>
          </a:xfrm>
          <a:custGeom>
            <a:avLst/>
            <a:gdLst/>
            <a:ahLst/>
            <a:cxnLst/>
            <a:rect l="l" t="t" r="r" b="b"/>
            <a:pathLst>
              <a:path w="6609715" h="71755">
                <a:moveTo>
                  <a:pt x="6609587" y="0"/>
                </a:moveTo>
                <a:lnTo>
                  <a:pt x="0" y="0"/>
                </a:lnTo>
                <a:lnTo>
                  <a:pt x="0" y="71627"/>
                </a:lnTo>
                <a:lnTo>
                  <a:pt x="6609587" y="71627"/>
                </a:lnTo>
                <a:lnTo>
                  <a:pt x="6609587" y="0"/>
                </a:lnTo>
                <a:close/>
              </a:path>
            </a:pathLst>
          </a:custGeom>
          <a:solidFill>
            <a:srgbClr val="006FC0"/>
          </a:solidFill>
        </p:spPr>
        <p:txBody>
          <a:bodyPr wrap="square" lIns="0" tIns="0" rIns="0" bIns="0" rtlCol="0"/>
          <a:lstStyle/>
          <a:p>
            <a:endParaRPr/>
          </a:p>
        </p:txBody>
      </p:sp>
      <p:sp>
        <p:nvSpPr>
          <p:cNvPr id="5" name="object 5"/>
          <p:cNvSpPr txBox="1">
            <a:spLocks noGrp="1"/>
          </p:cNvSpPr>
          <p:nvPr>
            <p:ph type="ftr" sz="quarter" idx="5"/>
          </p:nvPr>
        </p:nvSpPr>
        <p:spPr>
          <a:xfrm>
            <a:off x="1762125" y="6443726"/>
            <a:ext cx="981075"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22</a:t>
            </a:fld>
            <a:endParaRPr spc="-25"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600200"/>
            <a:ext cx="8391525" cy="446874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0457" rIns="0" bIns="0" rtlCol="0">
            <a:spAutoFit/>
          </a:bodyPr>
          <a:lstStyle/>
          <a:p>
            <a:pPr marL="472440">
              <a:lnSpc>
                <a:spcPct val="100000"/>
              </a:lnSpc>
              <a:spcBef>
                <a:spcPts val="100"/>
              </a:spcBef>
            </a:pPr>
            <a:r>
              <a:rPr spc="-484" dirty="0">
                <a:latin typeface="Cambria"/>
                <a:cs typeface="Cambria"/>
              </a:rPr>
              <a:t>Visualization</a:t>
            </a:r>
            <a:r>
              <a:rPr spc="145" dirty="0">
                <a:latin typeface="Cambria"/>
                <a:cs typeface="Cambria"/>
              </a:rPr>
              <a:t> </a:t>
            </a:r>
            <a:r>
              <a:rPr spc="-590" dirty="0">
                <a:latin typeface="Cambria"/>
                <a:cs typeface="Cambria"/>
              </a:rPr>
              <a:t>Dashboards</a:t>
            </a:r>
          </a:p>
        </p:txBody>
      </p:sp>
      <p:sp>
        <p:nvSpPr>
          <p:cNvPr id="3" name="object 3"/>
          <p:cNvSpPr/>
          <p:nvPr/>
        </p:nvSpPr>
        <p:spPr>
          <a:xfrm>
            <a:off x="2634233" y="1318005"/>
            <a:ext cx="6609715" cy="71755"/>
          </a:xfrm>
          <a:custGeom>
            <a:avLst/>
            <a:gdLst/>
            <a:ahLst/>
            <a:cxnLst/>
            <a:rect l="l" t="t" r="r" b="b"/>
            <a:pathLst>
              <a:path w="6609715" h="71755">
                <a:moveTo>
                  <a:pt x="6609588" y="0"/>
                </a:moveTo>
                <a:lnTo>
                  <a:pt x="0" y="0"/>
                </a:lnTo>
                <a:lnTo>
                  <a:pt x="0" y="71628"/>
                </a:lnTo>
                <a:lnTo>
                  <a:pt x="6609588" y="71628"/>
                </a:lnTo>
                <a:lnTo>
                  <a:pt x="6609588" y="0"/>
                </a:lnTo>
                <a:close/>
              </a:path>
            </a:pathLst>
          </a:custGeom>
          <a:solidFill>
            <a:srgbClr val="006FC0"/>
          </a:solidFill>
        </p:spPr>
        <p:txBody>
          <a:bodyPr wrap="square" lIns="0" tIns="0" rIns="0" bIns="0" rtlCol="0"/>
          <a:lstStyle/>
          <a:p>
            <a:endParaRPr/>
          </a:p>
        </p:txBody>
      </p:sp>
      <p:sp>
        <p:nvSpPr>
          <p:cNvPr id="5" name="object 5"/>
          <p:cNvSpPr txBox="1">
            <a:spLocks noGrp="1"/>
          </p:cNvSpPr>
          <p:nvPr>
            <p:ph type="ftr" sz="quarter" idx="5"/>
          </p:nvPr>
        </p:nvSpPr>
        <p:spPr>
          <a:xfrm>
            <a:off x="1762126" y="6443726"/>
            <a:ext cx="1133474"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23</a:t>
            </a:fld>
            <a:endParaRPr spc="-25"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676400"/>
            <a:ext cx="8467725" cy="441960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1609" rIns="0" bIns="0" rtlCol="0">
            <a:spAutoFit/>
          </a:bodyPr>
          <a:lstStyle/>
          <a:p>
            <a:pPr marL="472440">
              <a:lnSpc>
                <a:spcPct val="100000"/>
              </a:lnSpc>
              <a:spcBef>
                <a:spcPts val="100"/>
              </a:spcBef>
            </a:pPr>
            <a:r>
              <a:rPr spc="-484" dirty="0">
                <a:latin typeface="Cambria"/>
                <a:cs typeface="Cambria"/>
              </a:rPr>
              <a:t>Visualization</a:t>
            </a:r>
            <a:r>
              <a:rPr spc="140" dirty="0">
                <a:latin typeface="Cambria"/>
                <a:cs typeface="Cambria"/>
              </a:rPr>
              <a:t> </a:t>
            </a:r>
            <a:r>
              <a:rPr spc="-595" dirty="0">
                <a:latin typeface="Cambria"/>
                <a:cs typeface="Cambria"/>
              </a:rPr>
              <a:t>Dashboards</a:t>
            </a:r>
          </a:p>
        </p:txBody>
      </p:sp>
      <p:sp>
        <p:nvSpPr>
          <p:cNvPr id="3" name="object 3"/>
          <p:cNvSpPr/>
          <p:nvPr/>
        </p:nvSpPr>
        <p:spPr>
          <a:xfrm>
            <a:off x="2634233" y="1299591"/>
            <a:ext cx="6609715" cy="71755"/>
          </a:xfrm>
          <a:custGeom>
            <a:avLst/>
            <a:gdLst/>
            <a:ahLst/>
            <a:cxnLst/>
            <a:rect l="l" t="t" r="r" b="b"/>
            <a:pathLst>
              <a:path w="6609715" h="71755">
                <a:moveTo>
                  <a:pt x="6609588" y="0"/>
                </a:moveTo>
                <a:lnTo>
                  <a:pt x="0" y="0"/>
                </a:lnTo>
                <a:lnTo>
                  <a:pt x="0" y="71628"/>
                </a:lnTo>
                <a:lnTo>
                  <a:pt x="6609588" y="71628"/>
                </a:lnTo>
                <a:lnTo>
                  <a:pt x="6609588" y="0"/>
                </a:lnTo>
                <a:close/>
              </a:path>
            </a:pathLst>
          </a:custGeom>
          <a:solidFill>
            <a:srgbClr val="006FC0"/>
          </a:solidFill>
        </p:spPr>
        <p:txBody>
          <a:bodyPr wrap="square" lIns="0" tIns="0" rIns="0" bIns="0" rtlCol="0"/>
          <a:lstStyle/>
          <a:p>
            <a:endParaRPr/>
          </a:p>
        </p:txBody>
      </p:sp>
      <p:sp>
        <p:nvSpPr>
          <p:cNvPr id="5" name="object 5"/>
          <p:cNvSpPr txBox="1">
            <a:spLocks noGrp="1"/>
          </p:cNvSpPr>
          <p:nvPr>
            <p:ph type="ftr" sz="quarter" idx="5"/>
          </p:nvPr>
        </p:nvSpPr>
        <p:spPr>
          <a:xfrm>
            <a:off x="1762125" y="6443726"/>
            <a:ext cx="1133475"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24</a:t>
            </a:fld>
            <a:endParaRPr spc="-25"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1553955"/>
            <a:ext cx="8372475" cy="461824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75126" y="2754833"/>
            <a:ext cx="3919220" cy="848994"/>
          </a:xfrm>
          <a:prstGeom prst="rect">
            <a:avLst/>
          </a:prstGeom>
        </p:spPr>
        <p:txBody>
          <a:bodyPr vert="horz" wrap="square" lIns="0" tIns="12700" rIns="0" bIns="0" rtlCol="0">
            <a:spAutoFit/>
          </a:bodyPr>
          <a:lstStyle/>
          <a:p>
            <a:pPr marL="12700">
              <a:lnSpc>
                <a:spcPct val="100000"/>
              </a:lnSpc>
              <a:spcBef>
                <a:spcPts val="100"/>
              </a:spcBef>
            </a:pPr>
            <a:r>
              <a:rPr spc="-60" dirty="0">
                <a:latin typeface="Georgia"/>
                <a:cs typeface="Georgia"/>
              </a:rPr>
              <a:t>Conclusion</a:t>
            </a:r>
          </a:p>
        </p:txBody>
      </p:sp>
      <p:sp>
        <p:nvSpPr>
          <p:cNvPr id="3" name="object 3"/>
          <p:cNvSpPr/>
          <p:nvPr/>
        </p:nvSpPr>
        <p:spPr>
          <a:xfrm>
            <a:off x="3687445" y="3526282"/>
            <a:ext cx="3893820" cy="71755"/>
          </a:xfrm>
          <a:custGeom>
            <a:avLst/>
            <a:gdLst/>
            <a:ahLst/>
            <a:cxnLst/>
            <a:rect l="l" t="t" r="r" b="b"/>
            <a:pathLst>
              <a:path w="3893820" h="71754">
                <a:moveTo>
                  <a:pt x="3893820" y="0"/>
                </a:moveTo>
                <a:lnTo>
                  <a:pt x="0" y="0"/>
                </a:lnTo>
                <a:lnTo>
                  <a:pt x="0" y="71627"/>
                </a:lnTo>
                <a:lnTo>
                  <a:pt x="3893820" y="71627"/>
                </a:lnTo>
                <a:lnTo>
                  <a:pt x="3893820" y="0"/>
                </a:lnTo>
                <a:close/>
              </a:path>
            </a:pathLst>
          </a:custGeom>
          <a:solidFill>
            <a:srgbClr val="006FC0"/>
          </a:solidFill>
        </p:spPr>
        <p:txBody>
          <a:bodyPr wrap="square" lIns="0" tIns="0" rIns="0" bIns="0" rtlCol="0"/>
          <a:lstStyle/>
          <a:p>
            <a:endParaRPr/>
          </a:p>
        </p:txBody>
      </p:sp>
      <p:sp>
        <p:nvSpPr>
          <p:cNvPr id="4" name="object 4"/>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25</a:t>
            </a:fld>
            <a:endParaRPr spc="-25" dirty="0"/>
          </a:p>
        </p:txBody>
      </p:sp>
      <p:pic>
        <p:nvPicPr>
          <p:cNvPr id="6" name="Picture 5" descr="A logo of a company&#10;&#10;AI-generated content may be incorrect.">
            <a:extLst>
              <a:ext uri="{FF2B5EF4-FFF2-40B4-BE49-F238E27FC236}">
                <a16:creationId xmlns:a16="http://schemas.microsoft.com/office/drawing/2014/main" id="{6A7A51DB-A959-579E-A03B-AACD3286FF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8264" rIns="0" bIns="0" rtlCol="0">
            <a:spAutoFit/>
          </a:bodyPr>
          <a:lstStyle/>
          <a:p>
            <a:pPr marL="2117090">
              <a:lnSpc>
                <a:spcPct val="100000"/>
              </a:lnSpc>
              <a:spcBef>
                <a:spcPts val="100"/>
              </a:spcBef>
            </a:pPr>
            <a:r>
              <a:rPr spc="-555" dirty="0">
                <a:latin typeface="Cambria"/>
                <a:cs typeface="Cambria"/>
              </a:rPr>
              <a:t>Conclusion</a:t>
            </a:r>
          </a:p>
        </p:txBody>
      </p:sp>
      <p:sp>
        <p:nvSpPr>
          <p:cNvPr id="3" name="object 3"/>
          <p:cNvSpPr/>
          <p:nvPr/>
        </p:nvSpPr>
        <p:spPr>
          <a:xfrm>
            <a:off x="4278629" y="1305686"/>
            <a:ext cx="2802890" cy="71755"/>
          </a:xfrm>
          <a:custGeom>
            <a:avLst/>
            <a:gdLst/>
            <a:ahLst/>
            <a:cxnLst/>
            <a:rect l="l" t="t" r="r" b="b"/>
            <a:pathLst>
              <a:path w="2802890" h="71755">
                <a:moveTo>
                  <a:pt x="2802636" y="0"/>
                </a:moveTo>
                <a:lnTo>
                  <a:pt x="0" y="0"/>
                </a:lnTo>
                <a:lnTo>
                  <a:pt x="0" y="71627"/>
                </a:lnTo>
                <a:lnTo>
                  <a:pt x="2802636" y="71627"/>
                </a:lnTo>
                <a:lnTo>
                  <a:pt x="2802636" y="0"/>
                </a:lnTo>
                <a:close/>
              </a:path>
            </a:pathLst>
          </a:custGeom>
          <a:solidFill>
            <a:srgbClr val="006FC0"/>
          </a:solidFill>
        </p:spPr>
        <p:txBody>
          <a:bodyPr wrap="square" lIns="0" tIns="0" rIns="0" bIns="0" rtlCol="0"/>
          <a:lstStyle/>
          <a:p>
            <a:endParaRPr/>
          </a:p>
        </p:txBody>
      </p:sp>
      <p:sp>
        <p:nvSpPr>
          <p:cNvPr id="4" name="object 4"/>
          <p:cNvSpPr txBox="1"/>
          <p:nvPr/>
        </p:nvSpPr>
        <p:spPr>
          <a:xfrm>
            <a:off x="601659" y="1469787"/>
            <a:ext cx="9254490" cy="4935325"/>
          </a:xfrm>
          <a:prstGeom prst="rect">
            <a:avLst/>
          </a:prstGeom>
        </p:spPr>
        <p:txBody>
          <a:bodyPr vert="horz" wrap="square" lIns="0" tIns="13335" rIns="0" bIns="0" rtlCol="0">
            <a:spAutoFit/>
          </a:bodyPr>
          <a:lstStyle/>
          <a:p>
            <a:pPr marL="298450" indent="-285750">
              <a:lnSpc>
                <a:spcPct val="100000"/>
              </a:lnSpc>
              <a:spcBef>
                <a:spcPts val="105"/>
              </a:spcBef>
              <a:buClr>
                <a:srgbClr val="000000"/>
              </a:buClr>
              <a:buFont typeface="Wingdings"/>
              <a:buChar char=""/>
              <a:tabLst>
                <a:tab pos="298450" algn="l"/>
              </a:tabLst>
            </a:pPr>
            <a:r>
              <a:rPr sz="2000" b="1" dirty="0">
                <a:solidFill>
                  <a:srgbClr val="FF0000"/>
                </a:solidFill>
                <a:latin typeface="Calibri"/>
                <a:cs typeface="Calibri"/>
              </a:rPr>
              <a:t>The</a:t>
            </a:r>
            <a:r>
              <a:rPr sz="2000" b="1" spc="-25" dirty="0">
                <a:solidFill>
                  <a:srgbClr val="FF0000"/>
                </a:solidFill>
                <a:latin typeface="Calibri"/>
                <a:cs typeface="Calibri"/>
              </a:rPr>
              <a:t> </a:t>
            </a:r>
            <a:r>
              <a:rPr lang="en-US" sz="2000" b="1" spc="-25" dirty="0" err="1">
                <a:solidFill>
                  <a:srgbClr val="FF0000"/>
                </a:solidFill>
                <a:latin typeface="Calibri"/>
                <a:cs typeface="Calibri"/>
              </a:rPr>
              <a:t>SuperStore</a:t>
            </a:r>
            <a:r>
              <a:rPr lang="en-US" sz="2000" b="1" spc="-25" dirty="0">
                <a:solidFill>
                  <a:srgbClr val="FF0000"/>
                </a:solidFill>
                <a:latin typeface="Calibri"/>
                <a:cs typeface="Calibri"/>
              </a:rPr>
              <a:t> </a:t>
            </a:r>
            <a:r>
              <a:rPr sz="2000" b="1" dirty="0">
                <a:solidFill>
                  <a:srgbClr val="FF0000"/>
                </a:solidFill>
                <a:latin typeface="Calibri"/>
                <a:cs typeface="Calibri"/>
              </a:rPr>
              <a:t>dashboards</a:t>
            </a:r>
            <a:r>
              <a:rPr sz="2000" b="1" spc="-40" dirty="0">
                <a:solidFill>
                  <a:srgbClr val="FF0000"/>
                </a:solidFill>
                <a:latin typeface="Calibri"/>
                <a:cs typeface="Calibri"/>
              </a:rPr>
              <a:t> </a:t>
            </a:r>
            <a:r>
              <a:rPr sz="2000" b="1" dirty="0">
                <a:solidFill>
                  <a:srgbClr val="FF0000"/>
                </a:solidFill>
                <a:latin typeface="Calibri"/>
                <a:cs typeface="Calibri"/>
              </a:rPr>
              <a:t>provide</a:t>
            </a:r>
            <a:r>
              <a:rPr sz="2000" b="1" spc="-40" dirty="0">
                <a:solidFill>
                  <a:srgbClr val="FF0000"/>
                </a:solidFill>
                <a:latin typeface="Calibri"/>
                <a:cs typeface="Calibri"/>
              </a:rPr>
              <a:t> </a:t>
            </a:r>
            <a:r>
              <a:rPr sz="2000" b="1" dirty="0">
                <a:solidFill>
                  <a:srgbClr val="FF0000"/>
                </a:solidFill>
                <a:latin typeface="Calibri"/>
                <a:cs typeface="Calibri"/>
              </a:rPr>
              <a:t>a</a:t>
            </a:r>
            <a:r>
              <a:rPr sz="2000" b="1" spc="-40" dirty="0">
                <a:solidFill>
                  <a:srgbClr val="FF0000"/>
                </a:solidFill>
                <a:latin typeface="Calibri"/>
                <a:cs typeface="Calibri"/>
              </a:rPr>
              <a:t> </a:t>
            </a:r>
            <a:r>
              <a:rPr sz="2000" b="1" dirty="0">
                <a:solidFill>
                  <a:srgbClr val="FF0000"/>
                </a:solidFill>
                <a:latin typeface="Calibri"/>
                <a:cs typeface="Calibri"/>
              </a:rPr>
              <a:t>comprehensive</a:t>
            </a:r>
            <a:r>
              <a:rPr sz="2000" b="1" spc="-55" dirty="0">
                <a:solidFill>
                  <a:srgbClr val="FF0000"/>
                </a:solidFill>
                <a:latin typeface="Calibri"/>
                <a:cs typeface="Calibri"/>
              </a:rPr>
              <a:t> </a:t>
            </a:r>
            <a:r>
              <a:rPr sz="2000" b="1" dirty="0">
                <a:solidFill>
                  <a:srgbClr val="FF0000"/>
                </a:solidFill>
                <a:latin typeface="Calibri"/>
                <a:cs typeface="Calibri"/>
              </a:rPr>
              <a:t>overview</a:t>
            </a:r>
            <a:r>
              <a:rPr sz="2000" b="1" spc="-35" dirty="0">
                <a:solidFill>
                  <a:srgbClr val="FF0000"/>
                </a:solidFill>
                <a:latin typeface="Calibri"/>
                <a:cs typeface="Calibri"/>
              </a:rPr>
              <a:t> </a:t>
            </a:r>
            <a:r>
              <a:rPr sz="2000" b="1" spc="-25" dirty="0">
                <a:solidFill>
                  <a:srgbClr val="FF0000"/>
                </a:solidFill>
                <a:latin typeface="Calibri"/>
                <a:cs typeface="Calibri"/>
              </a:rPr>
              <a:t>of</a:t>
            </a:r>
            <a:r>
              <a:rPr sz="2000" b="1" spc="-25" dirty="0">
                <a:solidFill>
                  <a:srgbClr val="FF0000"/>
                </a:solidFill>
                <a:latin typeface="Arial"/>
                <a:cs typeface="Arial"/>
              </a:rPr>
              <a:t>:</a:t>
            </a:r>
            <a:endParaRPr sz="2000" dirty="0">
              <a:latin typeface="Arial"/>
              <a:cs typeface="Arial"/>
            </a:endParaRPr>
          </a:p>
          <a:p>
            <a:pPr marL="1019175" lvl="1" indent="-286385">
              <a:lnSpc>
                <a:spcPct val="100000"/>
              </a:lnSpc>
              <a:spcBef>
                <a:spcPts val="1475"/>
              </a:spcBef>
              <a:buFont typeface="Wingdings"/>
              <a:buChar char=""/>
              <a:tabLst>
                <a:tab pos="1019175" algn="l"/>
              </a:tabLst>
            </a:pPr>
            <a:r>
              <a:rPr lang="en-US" b="1" dirty="0">
                <a:latin typeface="Calibri"/>
                <a:cs typeface="Calibri"/>
              </a:rPr>
              <a:t>T</a:t>
            </a:r>
            <a:r>
              <a:rPr sz="1800" b="1" dirty="0">
                <a:latin typeface="Calibri"/>
                <a:cs typeface="Calibri"/>
              </a:rPr>
              <a:t>he</a:t>
            </a:r>
            <a:r>
              <a:rPr sz="1800" b="1" spc="-20" dirty="0">
                <a:latin typeface="Calibri"/>
                <a:cs typeface="Calibri"/>
              </a:rPr>
              <a:t> </a:t>
            </a:r>
            <a:r>
              <a:rPr lang="en-US" sz="1800" b="1" spc="-20" dirty="0">
                <a:latin typeface="Calibri"/>
                <a:cs typeface="Calibri"/>
              </a:rPr>
              <a:t>S</a:t>
            </a:r>
            <a:r>
              <a:rPr lang="en-US" b="1" spc="-20" dirty="0">
                <a:latin typeface="Calibri"/>
                <a:cs typeface="Calibri"/>
              </a:rPr>
              <a:t>tore</a:t>
            </a:r>
            <a:r>
              <a:rPr sz="1800" b="1" dirty="0">
                <a:latin typeface="Calibri"/>
                <a:cs typeface="Calibri"/>
              </a:rPr>
              <a:t>'s</a:t>
            </a:r>
            <a:r>
              <a:rPr sz="1800" b="1" spc="-30" dirty="0">
                <a:latin typeface="Calibri"/>
                <a:cs typeface="Calibri"/>
              </a:rPr>
              <a:t> </a:t>
            </a:r>
            <a:r>
              <a:rPr lang="en-US" b="1" spc="-30" dirty="0">
                <a:latin typeface="Calibri"/>
                <a:cs typeface="Calibri"/>
              </a:rPr>
              <a:t>S</a:t>
            </a:r>
            <a:r>
              <a:rPr sz="1800" b="1" dirty="0">
                <a:latin typeface="Calibri"/>
                <a:cs typeface="Calibri"/>
              </a:rPr>
              <a:t>ales</a:t>
            </a:r>
            <a:r>
              <a:rPr sz="1800" b="1" spc="-40" dirty="0">
                <a:latin typeface="Calibri"/>
                <a:cs typeface="Calibri"/>
              </a:rPr>
              <a:t> </a:t>
            </a:r>
            <a:r>
              <a:rPr lang="en-US" b="1" spc="-10" dirty="0">
                <a:latin typeface="Calibri"/>
                <a:cs typeface="Calibri"/>
              </a:rPr>
              <a:t>P</a:t>
            </a:r>
            <a:r>
              <a:rPr sz="1800" b="1" spc="-10" dirty="0">
                <a:latin typeface="Calibri"/>
                <a:cs typeface="Calibri"/>
              </a:rPr>
              <a:t>erformance</a:t>
            </a:r>
            <a:endParaRPr sz="1800" dirty="0">
              <a:latin typeface="Calibri"/>
              <a:cs typeface="Calibri"/>
            </a:endParaRPr>
          </a:p>
          <a:p>
            <a:pPr lvl="1">
              <a:lnSpc>
                <a:spcPct val="100000"/>
              </a:lnSpc>
              <a:spcBef>
                <a:spcPts val="175"/>
              </a:spcBef>
              <a:buFont typeface="Wingdings"/>
              <a:buChar char=""/>
            </a:pPr>
            <a:endParaRPr sz="1800" dirty="0">
              <a:latin typeface="Calibri"/>
              <a:cs typeface="Calibri"/>
            </a:endParaRPr>
          </a:p>
          <a:p>
            <a:pPr marL="1019175" lvl="1" indent="-286385">
              <a:lnSpc>
                <a:spcPct val="100000"/>
              </a:lnSpc>
              <a:buFont typeface="Wingdings"/>
              <a:buChar char=""/>
              <a:tabLst>
                <a:tab pos="1019175" algn="l"/>
              </a:tabLst>
            </a:pPr>
            <a:r>
              <a:rPr lang="en-US" b="1" dirty="0">
                <a:latin typeface="Calibri"/>
                <a:cs typeface="Calibri"/>
              </a:rPr>
              <a:t>C</a:t>
            </a:r>
            <a:r>
              <a:rPr lang="en-US" sz="1800" b="1" dirty="0">
                <a:latin typeface="Calibri"/>
                <a:cs typeface="Calibri"/>
              </a:rPr>
              <a:t>ustomer</a:t>
            </a:r>
            <a:r>
              <a:rPr lang="en-US" sz="1800" b="1" spc="-50" dirty="0">
                <a:latin typeface="Calibri"/>
                <a:cs typeface="Calibri"/>
              </a:rPr>
              <a:t> </a:t>
            </a:r>
            <a:r>
              <a:rPr lang="en-US" sz="1800" b="1" spc="-10" dirty="0">
                <a:latin typeface="Calibri"/>
                <a:cs typeface="Calibri"/>
              </a:rPr>
              <a:t>I</a:t>
            </a:r>
            <a:r>
              <a:rPr lang="en-US" b="1" spc="-10" dirty="0">
                <a:latin typeface="Calibri"/>
                <a:cs typeface="Calibri"/>
              </a:rPr>
              <a:t>nsights</a:t>
            </a:r>
          </a:p>
          <a:p>
            <a:pPr marL="1019175" lvl="1" indent="-286385">
              <a:lnSpc>
                <a:spcPct val="100000"/>
              </a:lnSpc>
              <a:buFont typeface="Wingdings"/>
              <a:buChar char=""/>
              <a:tabLst>
                <a:tab pos="1019175" algn="l"/>
              </a:tabLst>
            </a:pPr>
            <a:endParaRPr lang="en-US" b="1" spc="-10" dirty="0">
              <a:latin typeface="Calibri"/>
              <a:cs typeface="Calibri"/>
            </a:endParaRPr>
          </a:p>
          <a:p>
            <a:pPr marL="1019175" lvl="1" indent="-286385">
              <a:lnSpc>
                <a:spcPct val="100000"/>
              </a:lnSpc>
              <a:buFont typeface="Wingdings"/>
              <a:buChar char=""/>
              <a:tabLst>
                <a:tab pos="1019175" algn="l"/>
              </a:tabLst>
            </a:pPr>
            <a:r>
              <a:rPr lang="en-US" b="1" spc="-10" dirty="0">
                <a:latin typeface="Calibri"/>
                <a:cs typeface="Calibri"/>
              </a:rPr>
              <a:t>Regional Sales </a:t>
            </a:r>
          </a:p>
          <a:p>
            <a:pPr marL="1019175" lvl="1" indent="-286385">
              <a:lnSpc>
                <a:spcPct val="100000"/>
              </a:lnSpc>
              <a:buFont typeface="Wingdings"/>
              <a:buChar char=""/>
              <a:tabLst>
                <a:tab pos="1019175" algn="l"/>
              </a:tabLst>
            </a:pPr>
            <a:endParaRPr lang="en-US" b="1" spc="-10" dirty="0">
              <a:latin typeface="Calibri"/>
              <a:cs typeface="Calibri"/>
            </a:endParaRPr>
          </a:p>
          <a:p>
            <a:pPr marL="1019175" lvl="1" indent="-286385">
              <a:lnSpc>
                <a:spcPct val="100000"/>
              </a:lnSpc>
              <a:buFont typeface="Wingdings"/>
              <a:buChar char=""/>
              <a:tabLst>
                <a:tab pos="1019175" algn="l"/>
              </a:tabLst>
            </a:pPr>
            <a:r>
              <a:rPr lang="en-US" sz="1800" b="1" spc="-10" dirty="0">
                <a:latin typeface="Calibri"/>
                <a:cs typeface="Calibri"/>
              </a:rPr>
              <a:t>Shipping Analysis</a:t>
            </a:r>
            <a:endParaRPr sz="1800" dirty="0">
              <a:latin typeface="Calibri"/>
              <a:cs typeface="Calibri"/>
            </a:endParaRPr>
          </a:p>
          <a:p>
            <a:pPr lvl="1">
              <a:lnSpc>
                <a:spcPct val="100000"/>
              </a:lnSpc>
              <a:spcBef>
                <a:spcPts val="484"/>
              </a:spcBef>
            </a:pPr>
            <a:endParaRPr sz="1800" dirty="0">
              <a:latin typeface="Calibri"/>
              <a:cs typeface="Calibri"/>
            </a:endParaRPr>
          </a:p>
          <a:p>
            <a:pPr marL="355600" marR="5080" indent="-342900">
              <a:lnSpc>
                <a:spcPct val="100000"/>
              </a:lnSpc>
              <a:spcBef>
                <a:spcPts val="5"/>
              </a:spcBef>
              <a:buClr>
                <a:srgbClr val="000000"/>
              </a:buClr>
              <a:buFont typeface="Wingdings"/>
              <a:buChar char=""/>
              <a:tabLst>
                <a:tab pos="355600" algn="l"/>
              </a:tabLst>
            </a:pPr>
            <a:r>
              <a:rPr sz="2000" b="1" dirty="0">
                <a:solidFill>
                  <a:srgbClr val="FF0000"/>
                </a:solidFill>
                <a:latin typeface="Calibri"/>
                <a:cs typeface="Calibri"/>
              </a:rPr>
              <a:t>Consumer</a:t>
            </a:r>
            <a:r>
              <a:rPr sz="2000" b="1" spc="-50" dirty="0">
                <a:solidFill>
                  <a:srgbClr val="FF0000"/>
                </a:solidFill>
                <a:latin typeface="Calibri"/>
                <a:cs typeface="Calibri"/>
              </a:rPr>
              <a:t> </a:t>
            </a:r>
            <a:r>
              <a:rPr sz="2000" b="1" dirty="0">
                <a:solidFill>
                  <a:srgbClr val="FF0000"/>
                </a:solidFill>
                <a:latin typeface="Calibri"/>
                <a:cs typeface="Calibri"/>
              </a:rPr>
              <a:t>segment</a:t>
            </a:r>
            <a:r>
              <a:rPr sz="2000" b="1" spc="-50" dirty="0">
                <a:solidFill>
                  <a:srgbClr val="FF0000"/>
                </a:solidFill>
                <a:latin typeface="Calibri"/>
                <a:cs typeface="Calibri"/>
              </a:rPr>
              <a:t> </a:t>
            </a:r>
            <a:r>
              <a:rPr sz="2000" b="1" dirty="0">
                <a:solidFill>
                  <a:srgbClr val="FF0000"/>
                </a:solidFill>
                <a:latin typeface="Calibri"/>
                <a:cs typeface="Calibri"/>
              </a:rPr>
              <a:t>Analysis</a:t>
            </a:r>
            <a:r>
              <a:rPr sz="2000" b="1" spc="-45" dirty="0">
                <a:solidFill>
                  <a:srgbClr val="FF0000"/>
                </a:solidFill>
                <a:latin typeface="Calibri"/>
                <a:cs typeface="Calibri"/>
              </a:rPr>
              <a:t> </a:t>
            </a:r>
            <a:r>
              <a:rPr sz="2000" b="1" dirty="0">
                <a:solidFill>
                  <a:srgbClr val="FF0000"/>
                </a:solidFill>
                <a:latin typeface="Calibri"/>
                <a:cs typeface="Calibri"/>
              </a:rPr>
              <a:t>of</a:t>
            </a:r>
            <a:r>
              <a:rPr sz="2000" b="1" spc="-35" dirty="0">
                <a:solidFill>
                  <a:srgbClr val="FF0000"/>
                </a:solidFill>
                <a:latin typeface="Calibri"/>
                <a:cs typeface="Calibri"/>
              </a:rPr>
              <a:t> </a:t>
            </a:r>
            <a:r>
              <a:rPr sz="2000" b="1" dirty="0">
                <a:solidFill>
                  <a:srgbClr val="FF0000"/>
                </a:solidFill>
                <a:latin typeface="Calibri"/>
                <a:cs typeface="Calibri"/>
              </a:rPr>
              <a:t>the</a:t>
            </a:r>
            <a:r>
              <a:rPr sz="2000" b="1" spc="-40" dirty="0">
                <a:solidFill>
                  <a:srgbClr val="FF0000"/>
                </a:solidFill>
                <a:latin typeface="Calibri"/>
                <a:cs typeface="Calibri"/>
              </a:rPr>
              <a:t> </a:t>
            </a:r>
            <a:r>
              <a:rPr sz="2000" b="1" dirty="0">
                <a:solidFill>
                  <a:srgbClr val="FF0000"/>
                </a:solidFill>
                <a:latin typeface="Calibri"/>
                <a:cs typeface="Calibri"/>
              </a:rPr>
              <a:t>key</a:t>
            </a:r>
            <a:r>
              <a:rPr sz="2000" b="1" spc="-30" dirty="0">
                <a:solidFill>
                  <a:srgbClr val="FF0000"/>
                </a:solidFill>
                <a:latin typeface="Calibri"/>
                <a:cs typeface="Calibri"/>
              </a:rPr>
              <a:t> </a:t>
            </a:r>
            <a:r>
              <a:rPr sz="2000" b="1" dirty="0">
                <a:solidFill>
                  <a:srgbClr val="FF0000"/>
                </a:solidFill>
                <a:latin typeface="Calibri"/>
                <a:cs typeface="Calibri"/>
              </a:rPr>
              <a:t>performance</a:t>
            </a:r>
            <a:r>
              <a:rPr sz="2000" b="1" spc="-30" dirty="0">
                <a:solidFill>
                  <a:srgbClr val="FF0000"/>
                </a:solidFill>
                <a:latin typeface="Calibri"/>
                <a:cs typeface="Calibri"/>
              </a:rPr>
              <a:t> </a:t>
            </a:r>
            <a:r>
              <a:rPr sz="2000" b="1" dirty="0">
                <a:solidFill>
                  <a:srgbClr val="FF0000"/>
                </a:solidFill>
                <a:latin typeface="Calibri"/>
                <a:cs typeface="Calibri"/>
              </a:rPr>
              <a:t>indicators</a:t>
            </a:r>
            <a:r>
              <a:rPr sz="2000" b="1" spc="-65" dirty="0">
                <a:solidFill>
                  <a:srgbClr val="FF0000"/>
                </a:solidFill>
                <a:latin typeface="Calibri"/>
                <a:cs typeface="Calibri"/>
              </a:rPr>
              <a:t> </a:t>
            </a:r>
            <a:r>
              <a:rPr sz="2000" b="1" dirty="0">
                <a:solidFill>
                  <a:srgbClr val="FF0000"/>
                </a:solidFill>
                <a:latin typeface="Calibri"/>
                <a:cs typeface="Calibri"/>
              </a:rPr>
              <a:t>(KPIs)</a:t>
            </a:r>
            <a:r>
              <a:rPr sz="2000" b="1" spc="-30" dirty="0">
                <a:solidFill>
                  <a:srgbClr val="FF0000"/>
                </a:solidFill>
                <a:latin typeface="Calibri"/>
                <a:cs typeface="Calibri"/>
              </a:rPr>
              <a:t> </a:t>
            </a:r>
            <a:r>
              <a:rPr sz="2000" b="1" dirty="0">
                <a:solidFill>
                  <a:srgbClr val="FF0000"/>
                </a:solidFill>
                <a:latin typeface="Calibri"/>
                <a:cs typeface="Calibri"/>
              </a:rPr>
              <a:t>reveals</a:t>
            </a:r>
            <a:r>
              <a:rPr sz="2000" b="1" spc="-30" dirty="0">
                <a:solidFill>
                  <a:srgbClr val="FF0000"/>
                </a:solidFill>
                <a:latin typeface="Calibri"/>
                <a:cs typeface="Calibri"/>
              </a:rPr>
              <a:t> </a:t>
            </a:r>
            <a:r>
              <a:rPr sz="2000" b="1" spc="-10" dirty="0">
                <a:solidFill>
                  <a:srgbClr val="FF0000"/>
                </a:solidFill>
                <a:latin typeface="Calibri"/>
                <a:cs typeface="Calibri"/>
              </a:rPr>
              <a:t>several </a:t>
            </a:r>
            <a:r>
              <a:rPr sz="2000" b="1" dirty="0">
                <a:solidFill>
                  <a:srgbClr val="FF0000"/>
                </a:solidFill>
                <a:latin typeface="Calibri"/>
                <a:cs typeface="Calibri"/>
              </a:rPr>
              <a:t>important</a:t>
            </a:r>
            <a:r>
              <a:rPr sz="2000" b="1" spc="-35" dirty="0">
                <a:solidFill>
                  <a:srgbClr val="FF0000"/>
                </a:solidFill>
                <a:latin typeface="Calibri"/>
                <a:cs typeface="Calibri"/>
              </a:rPr>
              <a:t> </a:t>
            </a:r>
            <a:r>
              <a:rPr sz="2000" b="1" spc="-10" dirty="0">
                <a:solidFill>
                  <a:srgbClr val="FF0000"/>
                </a:solidFill>
                <a:latin typeface="Calibri"/>
                <a:cs typeface="Calibri"/>
              </a:rPr>
              <a:t>insights:</a:t>
            </a:r>
            <a:endParaRPr sz="2000" dirty="0">
              <a:latin typeface="Calibri"/>
              <a:cs typeface="Calibri"/>
            </a:endParaRPr>
          </a:p>
          <a:p>
            <a:pPr marL="427356">
              <a:spcBef>
                <a:spcPts val="1939"/>
              </a:spcBef>
              <a:tabLst>
                <a:tab pos="638810" algn="l"/>
                <a:tab pos="7296784" algn="l"/>
              </a:tabLst>
            </a:pPr>
            <a:r>
              <a:rPr lang="en-US" sz="1600" b="1" dirty="0">
                <a:latin typeface="Calibri"/>
                <a:cs typeface="Calibri"/>
              </a:rPr>
              <a:t>1- </a:t>
            </a:r>
            <a:r>
              <a:rPr lang="en-US" sz="1600" b="1" spc="-30" dirty="0">
                <a:latin typeface="Calibri"/>
                <a:cs typeface="Calibri"/>
              </a:rPr>
              <a:t>S</a:t>
            </a:r>
            <a:r>
              <a:rPr lang="en-US" sz="1600" b="1" dirty="0">
                <a:latin typeface="Calibri"/>
                <a:cs typeface="Calibri"/>
              </a:rPr>
              <a:t>ales</a:t>
            </a:r>
            <a:r>
              <a:rPr lang="en-US" sz="1600" b="1" spc="-40" dirty="0">
                <a:latin typeface="Calibri"/>
                <a:cs typeface="Calibri"/>
              </a:rPr>
              <a:t> </a:t>
            </a:r>
            <a:r>
              <a:rPr lang="en-US" sz="1600" b="1" spc="-10" dirty="0">
                <a:latin typeface="Calibri"/>
                <a:cs typeface="Calibri"/>
              </a:rPr>
              <a:t>Performance                                             3- Regional Sales </a:t>
            </a:r>
          </a:p>
          <a:p>
            <a:pPr marL="427356">
              <a:spcBef>
                <a:spcPts val="1939"/>
              </a:spcBef>
              <a:tabLst>
                <a:tab pos="638810" algn="l"/>
                <a:tab pos="7296784" algn="l"/>
              </a:tabLst>
            </a:pPr>
            <a:r>
              <a:rPr lang="en-US" sz="1600" b="1" dirty="0">
                <a:latin typeface="Calibri"/>
                <a:cs typeface="Calibri"/>
              </a:rPr>
              <a:t>2- Customer</a:t>
            </a:r>
            <a:r>
              <a:rPr lang="en-US" sz="1600" b="1" spc="-85" dirty="0">
                <a:latin typeface="Calibri"/>
                <a:cs typeface="Calibri"/>
              </a:rPr>
              <a:t> </a:t>
            </a:r>
            <a:r>
              <a:rPr lang="en-US" sz="1600" b="1" spc="-10" dirty="0">
                <a:latin typeface="Calibri"/>
                <a:cs typeface="Calibri"/>
              </a:rPr>
              <a:t>Insights                                               4- Shipping Analysis</a:t>
            </a:r>
            <a:endParaRPr lang="en-US" sz="1600" dirty="0">
              <a:latin typeface="Calibri"/>
              <a:cs typeface="Calibri"/>
            </a:endParaRPr>
          </a:p>
          <a:p>
            <a:pPr marL="427356">
              <a:lnSpc>
                <a:spcPct val="100000"/>
              </a:lnSpc>
              <a:spcBef>
                <a:spcPts val="1939"/>
              </a:spcBef>
              <a:tabLst>
                <a:tab pos="638810" algn="l"/>
                <a:tab pos="7296784" algn="l"/>
              </a:tabLst>
            </a:pPr>
            <a:endParaRPr sz="1600" dirty="0">
              <a:latin typeface="Calibri"/>
              <a:cs typeface="Calibri"/>
            </a:endParaRPr>
          </a:p>
        </p:txBody>
      </p:sp>
      <p:sp>
        <p:nvSpPr>
          <p:cNvPr id="5" name="object 5"/>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26</a:t>
            </a:fld>
            <a:endParaRPr spc="-25" dirty="0"/>
          </a:p>
        </p:txBody>
      </p:sp>
      <p:pic>
        <p:nvPicPr>
          <p:cNvPr id="7" name="Picture 6" descr="A logo of a company&#10;&#10;AI-generated content may be incorrect.">
            <a:extLst>
              <a:ext uri="{FF2B5EF4-FFF2-40B4-BE49-F238E27FC236}">
                <a16:creationId xmlns:a16="http://schemas.microsoft.com/office/drawing/2014/main" id="{D4A05C44-BBCB-BACE-0ADA-85B64A49E4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3692" rIns="0" bIns="0" rtlCol="0">
            <a:spAutoFit/>
          </a:bodyPr>
          <a:lstStyle/>
          <a:p>
            <a:pPr marL="2117090">
              <a:lnSpc>
                <a:spcPct val="100000"/>
              </a:lnSpc>
              <a:spcBef>
                <a:spcPts val="100"/>
              </a:spcBef>
            </a:pPr>
            <a:r>
              <a:rPr spc="-555" dirty="0">
                <a:latin typeface="Cambria"/>
                <a:cs typeface="Cambria"/>
              </a:rPr>
              <a:t>Conclusion</a:t>
            </a:r>
          </a:p>
        </p:txBody>
      </p:sp>
      <p:sp>
        <p:nvSpPr>
          <p:cNvPr id="3" name="object 3"/>
          <p:cNvSpPr/>
          <p:nvPr/>
        </p:nvSpPr>
        <p:spPr>
          <a:xfrm>
            <a:off x="4278629" y="1301114"/>
            <a:ext cx="2802890" cy="71755"/>
          </a:xfrm>
          <a:custGeom>
            <a:avLst/>
            <a:gdLst/>
            <a:ahLst/>
            <a:cxnLst/>
            <a:rect l="l" t="t" r="r" b="b"/>
            <a:pathLst>
              <a:path w="2802890" h="71755">
                <a:moveTo>
                  <a:pt x="2802636" y="0"/>
                </a:moveTo>
                <a:lnTo>
                  <a:pt x="0" y="0"/>
                </a:lnTo>
                <a:lnTo>
                  <a:pt x="0" y="71627"/>
                </a:lnTo>
                <a:lnTo>
                  <a:pt x="2802636" y="71627"/>
                </a:lnTo>
                <a:lnTo>
                  <a:pt x="2802636" y="0"/>
                </a:lnTo>
                <a:close/>
              </a:path>
            </a:pathLst>
          </a:custGeom>
          <a:solidFill>
            <a:srgbClr val="006FC0"/>
          </a:solidFill>
        </p:spPr>
        <p:txBody>
          <a:bodyPr wrap="square" lIns="0" tIns="0" rIns="0" bIns="0" rtlCol="0"/>
          <a:lstStyle/>
          <a:p>
            <a:endParaRPr/>
          </a:p>
        </p:txBody>
      </p:sp>
      <p:sp>
        <p:nvSpPr>
          <p:cNvPr id="4" name="object 4"/>
          <p:cNvSpPr txBox="1"/>
          <p:nvPr/>
        </p:nvSpPr>
        <p:spPr>
          <a:xfrm>
            <a:off x="654202" y="1625345"/>
            <a:ext cx="9254490" cy="1742144"/>
          </a:xfrm>
          <a:prstGeom prst="rect">
            <a:avLst/>
          </a:prstGeom>
        </p:spPr>
        <p:txBody>
          <a:bodyPr vert="horz" wrap="square" lIns="0" tIns="13335" rIns="0" bIns="0" rtlCol="0">
            <a:spAutoFit/>
          </a:bodyPr>
          <a:lstStyle/>
          <a:p>
            <a:pPr marL="355600" marR="5080" indent="-342900">
              <a:lnSpc>
                <a:spcPct val="100000"/>
              </a:lnSpc>
              <a:spcBef>
                <a:spcPts val="105"/>
              </a:spcBef>
              <a:buClr>
                <a:srgbClr val="000000"/>
              </a:buClr>
              <a:buFont typeface="Wingdings"/>
              <a:buChar char=""/>
              <a:tabLst>
                <a:tab pos="355600" algn="l"/>
              </a:tabLst>
            </a:pPr>
            <a:r>
              <a:rPr sz="2000" b="1" dirty="0">
                <a:solidFill>
                  <a:srgbClr val="FF0000"/>
                </a:solidFill>
                <a:latin typeface="Calibri"/>
                <a:cs typeface="Calibri"/>
              </a:rPr>
              <a:t>Consumer</a:t>
            </a:r>
            <a:r>
              <a:rPr sz="2000" b="1" spc="-50" dirty="0">
                <a:solidFill>
                  <a:srgbClr val="FF0000"/>
                </a:solidFill>
                <a:latin typeface="Calibri"/>
                <a:cs typeface="Calibri"/>
              </a:rPr>
              <a:t> </a:t>
            </a:r>
            <a:r>
              <a:rPr sz="2000" b="1" dirty="0">
                <a:solidFill>
                  <a:srgbClr val="FF0000"/>
                </a:solidFill>
                <a:latin typeface="Calibri"/>
                <a:cs typeface="Calibri"/>
              </a:rPr>
              <a:t>segment</a:t>
            </a:r>
            <a:r>
              <a:rPr sz="2000" b="1" spc="-50" dirty="0">
                <a:solidFill>
                  <a:srgbClr val="FF0000"/>
                </a:solidFill>
                <a:latin typeface="Calibri"/>
                <a:cs typeface="Calibri"/>
              </a:rPr>
              <a:t> </a:t>
            </a:r>
            <a:r>
              <a:rPr sz="2000" b="1" dirty="0">
                <a:solidFill>
                  <a:srgbClr val="FF0000"/>
                </a:solidFill>
                <a:latin typeface="Calibri"/>
                <a:cs typeface="Calibri"/>
              </a:rPr>
              <a:t>Analysis</a:t>
            </a:r>
            <a:r>
              <a:rPr sz="2000" b="1" spc="-45" dirty="0">
                <a:solidFill>
                  <a:srgbClr val="FF0000"/>
                </a:solidFill>
                <a:latin typeface="Calibri"/>
                <a:cs typeface="Calibri"/>
              </a:rPr>
              <a:t> </a:t>
            </a:r>
            <a:r>
              <a:rPr sz="2000" b="1" dirty="0">
                <a:solidFill>
                  <a:srgbClr val="FF0000"/>
                </a:solidFill>
                <a:latin typeface="Calibri"/>
                <a:cs typeface="Calibri"/>
              </a:rPr>
              <a:t>of</a:t>
            </a:r>
            <a:r>
              <a:rPr sz="2000" b="1" spc="-35" dirty="0">
                <a:solidFill>
                  <a:srgbClr val="FF0000"/>
                </a:solidFill>
                <a:latin typeface="Calibri"/>
                <a:cs typeface="Calibri"/>
              </a:rPr>
              <a:t> </a:t>
            </a:r>
            <a:r>
              <a:rPr sz="2000" b="1" dirty="0">
                <a:solidFill>
                  <a:srgbClr val="FF0000"/>
                </a:solidFill>
                <a:latin typeface="Calibri"/>
                <a:cs typeface="Calibri"/>
              </a:rPr>
              <a:t>the</a:t>
            </a:r>
            <a:r>
              <a:rPr sz="2000" b="1" spc="-40" dirty="0">
                <a:solidFill>
                  <a:srgbClr val="FF0000"/>
                </a:solidFill>
                <a:latin typeface="Calibri"/>
                <a:cs typeface="Calibri"/>
              </a:rPr>
              <a:t> </a:t>
            </a:r>
            <a:r>
              <a:rPr sz="2000" b="1" dirty="0">
                <a:solidFill>
                  <a:srgbClr val="FF0000"/>
                </a:solidFill>
                <a:latin typeface="Calibri"/>
                <a:cs typeface="Calibri"/>
              </a:rPr>
              <a:t>key</a:t>
            </a:r>
            <a:r>
              <a:rPr sz="2000" b="1" spc="-30" dirty="0">
                <a:solidFill>
                  <a:srgbClr val="FF0000"/>
                </a:solidFill>
                <a:latin typeface="Calibri"/>
                <a:cs typeface="Calibri"/>
              </a:rPr>
              <a:t> </a:t>
            </a:r>
            <a:r>
              <a:rPr sz="2000" b="1" dirty="0">
                <a:solidFill>
                  <a:srgbClr val="FF0000"/>
                </a:solidFill>
                <a:latin typeface="Calibri"/>
                <a:cs typeface="Calibri"/>
              </a:rPr>
              <a:t>performance</a:t>
            </a:r>
            <a:r>
              <a:rPr sz="2000" b="1" spc="-30" dirty="0">
                <a:solidFill>
                  <a:srgbClr val="FF0000"/>
                </a:solidFill>
                <a:latin typeface="Calibri"/>
                <a:cs typeface="Calibri"/>
              </a:rPr>
              <a:t> </a:t>
            </a:r>
            <a:r>
              <a:rPr sz="2000" b="1" dirty="0">
                <a:solidFill>
                  <a:srgbClr val="FF0000"/>
                </a:solidFill>
                <a:latin typeface="Calibri"/>
                <a:cs typeface="Calibri"/>
              </a:rPr>
              <a:t>indicators</a:t>
            </a:r>
            <a:r>
              <a:rPr sz="2000" b="1" spc="-65" dirty="0">
                <a:solidFill>
                  <a:srgbClr val="FF0000"/>
                </a:solidFill>
                <a:latin typeface="Calibri"/>
                <a:cs typeface="Calibri"/>
              </a:rPr>
              <a:t> </a:t>
            </a:r>
            <a:r>
              <a:rPr sz="2000" b="1" dirty="0">
                <a:solidFill>
                  <a:srgbClr val="FF0000"/>
                </a:solidFill>
                <a:latin typeface="Calibri"/>
                <a:cs typeface="Calibri"/>
              </a:rPr>
              <a:t>(KPIs)</a:t>
            </a:r>
            <a:r>
              <a:rPr sz="2000" b="1" spc="-30" dirty="0">
                <a:solidFill>
                  <a:srgbClr val="FF0000"/>
                </a:solidFill>
                <a:latin typeface="Calibri"/>
                <a:cs typeface="Calibri"/>
              </a:rPr>
              <a:t> </a:t>
            </a:r>
            <a:r>
              <a:rPr sz="2000" b="1" dirty="0">
                <a:solidFill>
                  <a:srgbClr val="FF0000"/>
                </a:solidFill>
                <a:latin typeface="Calibri"/>
                <a:cs typeface="Calibri"/>
              </a:rPr>
              <a:t>reveals</a:t>
            </a:r>
            <a:r>
              <a:rPr sz="2000" b="1" spc="-30" dirty="0">
                <a:solidFill>
                  <a:srgbClr val="FF0000"/>
                </a:solidFill>
                <a:latin typeface="Calibri"/>
                <a:cs typeface="Calibri"/>
              </a:rPr>
              <a:t> </a:t>
            </a:r>
            <a:r>
              <a:rPr sz="2000" b="1" spc="-10" dirty="0">
                <a:solidFill>
                  <a:srgbClr val="FF0000"/>
                </a:solidFill>
                <a:latin typeface="Calibri"/>
                <a:cs typeface="Calibri"/>
              </a:rPr>
              <a:t>several </a:t>
            </a:r>
            <a:r>
              <a:rPr sz="2000" b="1" dirty="0">
                <a:solidFill>
                  <a:srgbClr val="FF0000"/>
                </a:solidFill>
                <a:latin typeface="Calibri"/>
                <a:cs typeface="Calibri"/>
              </a:rPr>
              <a:t>important</a:t>
            </a:r>
            <a:r>
              <a:rPr sz="2000" b="1" spc="-35" dirty="0">
                <a:solidFill>
                  <a:srgbClr val="FF0000"/>
                </a:solidFill>
                <a:latin typeface="Calibri"/>
                <a:cs typeface="Calibri"/>
              </a:rPr>
              <a:t> </a:t>
            </a:r>
            <a:r>
              <a:rPr sz="2000" b="1" spc="-10" dirty="0">
                <a:solidFill>
                  <a:srgbClr val="FF0000"/>
                </a:solidFill>
                <a:latin typeface="Calibri"/>
                <a:cs typeface="Calibri"/>
              </a:rPr>
              <a:t>insights:</a:t>
            </a:r>
            <a:endParaRPr lang="en-US" sz="2000" spc="-10" dirty="0">
              <a:solidFill>
                <a:srgbClr val="FF0000"/>
              </a:solidFill>
              <a:latin typeface="Calibri"/>
              <a:cs typeface="Calibri"/>
            </a:endParaRPr>
          </a:p>
          <a:p>
            <a:pPr marL="12700" marR="5080">
              <a:lnSpc>
                <a:spcPct val="100000"/>
              </a:lnSpc>
              <a:spcBef>
                <a:spcPts val="105"/>
              </a:spcBef>
              <a:buClr>
                <a:srgbClr val="000000"/>
              </a:buClr>
              <a:tabLst>
                <a:tab pos="355600" algn="l"/>
              </a:tabLst>
            </a:pPr>
            <a:r>
              <a:rPr lang="en-US" sz="2000" b="1" spc="-10" dirty="0">
                <a:solidFill>
                  <a:srgbClr val="FF0000"/>
                </a:solidFill>
                <a:latin typeface="Calibri"/>
                <a:cs typeface="Calibri"/>
              </a:rPr>
              <a:t>                                                                    </a:t>
            </a:r>
            <a:r>
              <a:rPr sz="1600" b="1" dirty="0">
                <a:latin typeface="Calibri"/>
                <a:cs typeface="Calibri"/>
              </a:rPr>
              <a:t>1-</a:t>
            </a:r>
            <a:r>
              <a:rPr lang="en-US" b="1" spc="-30" dirty="0">
                <a:latin typeface="Calibri"/>
                <a:cs typeface="Calibri"/>
              </a:rPr>
              <a:t>S</a:t>
            </a:r>
            <a:r>
              <a:rPr lang="en-US" sz="1800" b="1" dirty="0">
                <a:latin typeface="Calibri"/>
                <a:cs typeface="Calibri"/>
              </a:rPr>
              <a:t>ales</a:t>
            </a:r>
            <a:r>
              <a:rPr lang="en-US" sz="1800" b="1" spc="-40" dirty="0">
                <a:latin typeface="Calibri"/>
                <a:cs typeface="Calibri"/>
              </a:rPr>
              <a:t> </a:t>
            </a:r>
            <a:r>
              <a:rPr lang="en-US" b="1" spc="-10" dirty="0">
                <a:latin typeface="Calibri"/>
                <a:cs typeface="Calibri"/>
              </a:rPr>
              <a:t>P</a:t>
            </a:r>
            <a:r>
              <a:rPr lang="en-US" sz="1800" b="1" spc="-10" dirty="0">
                <a:latin typeface="Calibri"/>
                <a:cs typeface="Calibri"/>
              </a:rPr>
              <a:t>erformance</a:t>
            </a:r>
            <a:endParaRPr lang="en-US" sz="1800" dirty="0">
              <a:latin typeface="Calibri"/>
              <a:cs typeface="Calibri"/>
            </a:endParaRPr>
          </a:p>
          <a:p>
            <a:pPr lvl="1">
              <a:lnSpc>
                <a:spcPct val="100000"/>
              </a:lnSpc>
              <a:spcBef>
                <a:spcPts val="175"/>
              </a:spcBef>
              <a:buFont typeface="Wingdings"/>
              <a:buChar char=""/>
            </a:pPr>
            <a:endParaRPr lang="en-US" sz="1800" dirty="0">
              <a:latin typeface="Calibri"/>
              <a:cs typeface="Calibri"/>
            </a:endParaRPr>
          </a:p>
          <a:p>
            <a:pPr marR="151765" algn="ctr">
              <a:lnSpc>
                <a:spcPct val="100000"/>
              </a:lnSpc>
              <a:spcBef>
                <a:spcPts val="1910"/>
              </a:spcBef>
            </a:pPr>
            <a:endParaRPr sz="1600" dirty="0">
              <a:latin typeface="Calibri"/>
              <a:cs typeface="Calibri"/>
            </a:endParaRPr>
          </a:p>
        </p:txBody>
      </p:sp>
      <p:sp>
        <p:nvSpPr>
          <p:cNvPr id="5" name="object 5"/>
          <p:cNvSpPr txBox="1"/>
          <p:nvPr/>
        </p:nvSpPr>
        <p:spPr>
          <a:xfrm>
            <a:off x="4579620" y="5568389"/>
            <a:ext cx="2212975" cy="226695"/>
          </a:xfrm>
          <a:prstGeom prst="rect">
            <a:avLst/>
          </a:prstGeom>
        </p:spPr>
        <p:txBody>
          <a:bodyPr vert="horz" wrap="square" lIns="0" tIns="0" rIns="0" bIns="0" rtlCol="0">
            <a:spAutoFit/>
          </a:bodyPr>
          <a:lstStyle/>
          <a:p>
            <a:pPr>
              <a:lnSpc>
                <a:spcPts val="1764"/>
              </a:lnSpc>
            </a:pPr>
            <a:r>
              <a:rPr sz="1600" dirty="0">
                <a:latin typeface="Arial MT"/>
                <a:cs typeface="Arial MT"/>
              </a:rPr>
              <a:t>2-</a:t>
            </a:r>
            <a:r>
              <a:rPr sz="1600" spc="-35" dirty="0">
                <a:latin typeface="Arial MT"/>
                <a:cs typeface="Arial MT"/>
              </a:rPr>
              <a:t> </a:t>
            </a:r>
            <a:r>
              <a:rPr sz="1600" dirty="0">
                <a:latin typeface="Arial MT"/>
                <a:cs typeface="Arial MT"/>
              </a:rPr>
              <a:t>Product</a:t>
            </a:r>
            <a:r>
              <a:rPr sz="1600" spc="-25" dirty="0">
                <a:latin typeface="Arial MT"/>
                <a:cs typeface="Arial MT"/>
              </a:rPr>
              <a:t> </a:t>
            </a:r>
            <a:r>
              <a:rPr sz="1600" spc="-10" dirty="0">
                <a:latin typeface="Arial MT"/>
                <a:cs typeface="Arial MT"/>
              </a:rPr>
              <a:t>Performance:</a:t>
            </a:r>
            <a:endParaRPr sz="1600">
              <a:latin typeface="Arial MT"/>
              <a:cs typeface="Arial MT"/>
            </a:endParaRPr>
          </a:p>
        </p:txBody>
      </p:sp>
      <p:sp>
        <p:nvSpPr>
          <p:cNvPr id="6" name="object 6"/>
          <p:cNvSpPr txBox="1"/>
          <p:nvPr/>
        </p:nvSpPr>
        <p:spPr>
          <a:xfrm>
            <a:off x="7951343" y="4974359"/>
            <a:ext cx="1626870" cy="226695"/>
          </a:xfrm>
          <a:prstGeom prst="rect">
            <a:avLst/>
          </a:prstGeom>
        </p:spPr>
        <p:txBody>
          <a:bodyPr vert="horz" wrap="square" lIns="0" tIns="0" rIns="0" bIns="0" rtlCol="0">
            <a:spAutoFit/>
          </a:bodyPr>
          <a:lstStyle/>
          <a:p>
            <a:pPr>
              <a:lnSpc>
                <a:spcPts val="1764"/>
              </a:lnSpc>
            </a:pPr>
            <a:r>
              <a:rPr sz="1600" dirty="0">
                <a:latin typeface="Arial MT"/>
                <a:cs typeface="Arial MT"/>
              </a:rPr>
              <a:t>3-</a:t>
            </a:r>
            <a:r>
              <a:rPr sz="1600" spc="-30" dirty="0">
                <a:latin typeface="Arial MT"/>
                <a:cs typeface="Arial MT"/>
              </a:rPr>
              <a:t> </a:t>
            </a:r>
            <a:r>
              <a:rPr sz="1600" dirty="0">
                <a:latin typeface="Arial MT"/>
                <a:cs typeface="Arial MT"/>
              </a:rPr>
              <a:t>Order</a:t>
            </a:r>
            <a:r>
              <a:rPr sz="1600" spc="-15" dirty="0">
                <a:latin typeface="Arial MT"/>
                <a:cs typeface="Arial MT"/>
              </a:rPr>
              <a:t> </a:t>
            </a:r>
            <a:r>
              <a:rPr sz="1600" spc="-10" dirty="0">
                <a:latin typeface="Arial MT"/>
                <a:cs typeface="Arial MT"/>
              </a:rPr>
              <a:t>Analysis:</a:t>
            </a:r>
            <a:endParaRPr sz="1600">
              <a:latin typeface="Arial MT"/>
              <a:cs typeface="Arial MT"/>
            </a:endParaRPr>
          </a:p>
        </p:txBody>
      </p:sp>
      <p:pic>
        <p:nvPicPr>
          <p:cNvPr id="7" name="object 7"/>
          <p:cNvPicPr/>
          <p:nvPr/>
        </p:nvPicPr>
        <p:blipFill>
          <a:blip r:embed="rId2" cstate="print"/>
          <a:stretch>
            <a:fillRect/>
          </a:stretch>
        </p:blipFill>
        <p:spPr>
          <a:xfrm>
            <a:off x="7345680" y="3755656"/>
            <a:ext cx="2231008" cy="1920494"/>
          </a:xfrm>
          <a:prstGeom prst="rect">
            <a:avLst/>
          </a:prstGeom>
        </p:spPr>
      </p:pic>
      <p:pic>
        <p:nvPicPr>
          <p:cNvPr id="8" name="object 8"/>
          <p:cNvPicPr/>
          <p:nvPr/>
        </p:nvPicPr>
        <p:blipFill>
          <a:blip r:embed="rId2" cstate="print"/>
          <a:stretch>
            <a:fillRect/>
          </a:stretch>
        </p:blipFill>
        <p:spPr>
          <a:xfrm>
            <a:off x="4487545" y="5011940"/>
            <a:ext cx="2399919" cy="833488"/>
          </a:xfrm>
          <a:prstGeom prst="rect">
            <a:avLst/>
          </a:prstGeom>
        </p:spPr>
      </p:pic>
      <p:sp>
        <p:nvSpPr>
          <p:cNvPr id="9" name="object 9"/>
          <p:cNvSpPr txBox="1"/>
          <p:nvPr/>
        </p:nvSpPr>
        <p:spPr>
          <a:xfrm>
            <a:off x="631342" y="3431794"/>
            <a:ext cx="3109595" cy="875240"/>
          </a:xfrm>
          <a:prstGeom prst="rect">
            <a:avLst/>
          </a:prstGeom>
        </p:spPr>
        <p:txBody>
          <a:bodyPr vert="horz" wrap="square" lIns="0" tIns="13335" rIns="0" bIns="0" rtlCol="0">
            <a:spAutoFit/>
          </a:bodyPr>
          <a:lstStyle/>
          <a:p>
            <a:pPr marL="12700" marR="5080">
              <a:lnSpc>
                <a:spcPct val="100000"/>
              </a:lnSpc>
              <a:spcBef>
                <a:spcPts val="105"/>
              </a:spcBef>
            </a:pPr>
            <a:r>
              <a:rPr lang="en-US" sz="1400" b="1" dirty="0">
                <a:latin typeface="Calibri"/>
                <a:cs typeface="Calibri"/>
              </a:rPr>
              <a:t>Monthly sales indicate strong peaks in August and December, suggesting seasonal demand at specific times of the year.</a:t>
            </a:r>
            <a:endParaRPr sz="1400" dirty="0">
              <a:latin typeface="Calibri"/>
              <a:cs typeface="Calibri"/>
            </a:endParaRPr>
          </a:p>
        </p:txBody>
      </p:sp>
      <p:sp>
        <p:nvSpPr>
          <p:cNvPr id="10" name="object 10"/>
          <p:cNvSpPr txBox="1"/>
          <p:nvPr/>
        </p:nvSpPr>
        <p:spPr>
          <a:xfrm>
            <a:off x="3550158" y="4535551"/>
            <a:ext cx="2665730" cy="443711"/>
          </a:xfrm>
          <a:prstGeom prst="rect">
            <a:avLst/>
          </a:prstGeom>
        </p:spPr>
        <p:txBody>
          <a:bodyPr vert="horz" wrap="square" lIns="0" tIns="12700" rIns="0" bIns="0" rtlCol="0">
            <a:spAutoFit/>
          </a:bodyPr>
          <a:lstStyle/>
          <a:p>
            <a:pPr marL="12700">
              <a:lnSpc>
                <a:spcPct val="100000"/>
              </a:lnSpc>
              <a:spcBef>
                <a:spcPts val="100"/>
              </a:spcBef>
            </a:pPr>
            <a:r>
              <a:rPr lang="en-US" sz="1400" b="1" dirty="0">
                <a:latin typeface="Calibri"/>
                <a:cs typeface="Calibri"/>
              </a:rPr>
              <a:t>The Technology category represents the highest total sales</a:t>
            </a:r>
            <a:endParaRPr sz="1400" dirty="0">
              <a:latin typeface="Calibri"/>
              <a:cs typeface="Calibri"/>
            </a:endParaRPr>
          </a:p>
        </p:txBody>
      </p:sp>
      <p:sp>
        <p:nvSpPr>
          <p:cNvPr id="11" name="object 11"/>
          <p:cNvSpPr txBox="1"/>
          <p:nvPr/>
        </p:nvSpPr>
        <p:spPr>
          <a:xfrm>
            <a:off x="6375908" y="3503167"/>
            <a:ext cx="2750820" cy="228909"/>
          </a:xfrm>
          <a:prstGeom prst="rect">
            <a:avLst/>
          </a:prstGeom>
        </p:spPr>
        <p:txBody>
          <a:bodyPr vert="horz" wrap="square" lIns="0" tIns="13335" rIns="0" bIns="0" rtlCol="0">
            <a:spAutoFit/>
          </a:bodyPr>
          <a:lstStyle/>
          <a:p>
            <a:pPr marL="12700" marR="5080">
              <a:lnSpc>
                <a:spcPct val="100000"/>
              </a:lnSpc>
              <a:spcBef>
                <a:spcPts val="105"/>
              </a:spcBef>
            </a:pPr>
            <a:r>
              <a:rPr lang="en-US" sz="1400" b="1" dirty="0">
                <a:latin typeface="Calibri"/>
                <a:cs typeface="Calibri"/>
              </a:rPr>
              <a:t>Office Supplies contributes the least</a:t>
            </a:r>
            <a:endParaRPr sz="1400" dirty="0">
              <a:latin typeface="Calibri"/>
              <a:cs typeface="Calibri"/>
            </a:endParaRPr>
          </a:p>
        </p:txBody>
      </p:sp>
      <p:sp>
        <p:nvSpPr>
          <p:cNvPr id="12" name="object 12"/>
          <p:cNvSpPr txBox="1"/>
          <p:nvPr/>
        </p:nvSpPr>
        <p:spPr>
          <a:xfrm>
            <a:off x="8946895" y="4561077"/>
            <a:ext cx="2687955" cy="880110"/>
          </a:xfrm>
          <a:prstGeom prst="rect">
            <a:avLst/>
          </a:prstGeom>
        </p:spPr>
        <p:txBody>
          <a:bodyPr vert="horz" wrap="square" lIns="0" tIns="12700" rIns="0" bIns="0" rtlCol="0">
            <a:spAutoFit/>
          </a:bodyPr>
          <a:lstStyle/>
          <a:p>
            <a:pPr marL="12700" marR="5080">
              <a:lnSpc>
                <a:spcPct val="100000"/>
              </a:lnSpc>
              <a:spcBef>
                <a:spcPts val="100"/>
              </a:spcBef>
            </a:pPr>
            <a:r>
              <a:rPr lang="en-US" sz="1400" b="1" dirty="0">
                <a:latin typeface="Calibri"/>
                <a:cs typeface="Calibri"/>
              </a:rPr>
              <a:t>Regionally, the West and South markets achieve the highest sales, while other regions show potential for growth.</a:t>
            </a:r>
            <a:endParaRPr sz="1400" dirty="0">
              <a:latin typeface="Calibri"/>
              <a:cs typeface="Calibri"/>
            </a:endParaRPr>
          </a:p>
        </p:txBody>
      </p:sp>
      <p:grpSp>
        <p:nvGrpSpPr>
          <p:cNvPr id="13" name="object 13"/>
          <p:cNvGrpSpPr/>
          <p:nvPr/>
        </p:nvGrpSpPr>
        <p:grpSpPr>
          <a:xfrm>
            <a:off x="1406905" y="2901569"/>
            <a:ext cx="9124315" cy="1592580"/>
            <a:chOff x="1406905" y="2901569"/>
            <a:chExt cx="9124315" cy="1592580"/>
          </a:xfrm>
        </p:grpSpPr>
        <p:sp>
          <p:nvSpPr>
            <p:cNvPr id="14" name="object 14"/>
            <p:cNvSpPr/>
            <p:nvPr/>
          </p:nvSpPr>
          <p:spPr>
            <a:xfrm>
              <a:off x="1447799" y="2924048"/>
              <a:ext cx="9029700" cy="0"/>
            </a:xfrm>
            <a:custGeom>
              <a:avLst/>
              <a:gdLst/>
              <a:ahLst/>
              <a:cxnLst/>
              <a:rect l="l" t="t" r="r" b="b"/>
              <a:pathLst>
                <a:path w="9029700">
                  <a:moveTo>
                    <a:pt x="0" y="0"/>
                  </a:moveTo>
                  <a:lnTo>
                    <a:pt x="9029573" y="0"/>
                  </a:lnTo>
                </a:path>
              </a:pathLst>
            </a:custGeom>
            <a:ln w="38100">
              <a:solidFill>
                <a:srgbClr val="4471C4"/>
              </a:solidFill>
            </a:ln>
          </p:spPr>
          <p:txBody>
            <a:bodyPr wrap="square" lIns="0" tIns="0" rIns="0" bIns="0" rtlCol="0"/>
            <a:lstStyle/>
            <a:p>
              <a:endParaRPr/>
            </a:p>
          </p:txBody>
        </p:sp>
        <p:sp>
          <p:nvSpPr>
            <p:cNvPr id="15" name="object 15"/>
            <p:cNvSpPr/>
            <p:nvPr/>
          </p:nvSpPr>
          <p:spPr>
            <a:xfrm>
              <a:off x="1406906" y="2901568"/>
              <a:ext cx="9124315" cy="1592580"/>
            </a:xfrm>
            <a:custGeom>
              <a:avLst/>
              <a:gdLst/>
              <a:ahLst/>
              <a:cxnLst/>
              <a:rect l="l" t="t" r="r" b="b"/>
              <a:pathLst>
                <a:path w="9124315" h="1592579">
                  <a:moveTo>
                    <a:pt x="114300" y="312801"/>
                  </a:moveTo>
                  <a:lnTo>
                    <a:pt x="76200" y="312801"/>
                  </a:lnTo>
                  <a:lnTo>
                    <a:pt x="76200" y="22479"/>
                  </a:lnTo>
                  <a:lnTo>
                    <a:pt x="38100" y="22479"/>
                  </a:lnTo>
                  <a:lnTo>
                    <a:pt x="38100" y="312801"/>
                  </a:lnTo>
                  <a:lnTo>
                    <a:pt x="0" y="312801"/>
                  </a:lnTo>
                  <a:lnTo>
                    <a:pt x="57150" y="427101"/>
                  </a:lnTo>
                  <a:lnTo>
                    <a:pt x="104775" y="331851"/>
                  </a:lnTo>
                  <a:lnTo>
                    <a:pt x="114300" y="312801"/>
                  </a:lnTo>
                  <a:close/>
                </a:path>
                <a:path w="9124315" h="1592579">
                  <a:moveTo>
                    <a:pt x="3597529" y="1477772"/>
                  </a:moveTo>
                  <a:lnTo>
                    <a:pt x="3559429" y="1477772"/>
                  </a:lnTo>
                  <a:lnTo>
                    <a:pt x="3559429" y="37719"/>
                  </a:lnTo>
                  <a:lnTo>
                    <a:pt x="3521329" y="37719"/>
                  </a:lnTo>
                  <a:lnTo>
                    <a:pt x="3521329" y="1477772"/>
                  </a:lnTo>
                  <a:lnTo>
                    <a:pt x="3483229" y="1477772"/>
                  </a:lnTo>
                  <a:lnTo>
                    <a:pt x="3540379" y="1592072"/>
                  </a:lnTo>
                  <a:lnTo>
                    <a:pt x="3588004" y="1496822"/>
                  </a:lnTo>
                  <a:lnTo>
                    <a:pt x="3597529" y="1477772"/>
                  </a:lnTo>
                  <a:close/>
                </a:path>
                <a:path w="9124315" h="1592579">
                  <a:moveTo>
                    <a:pt x="6328410" y="308991"/>
                  </a:moveTo>
                  <a:lnTo>
                    <a:pt x="6290310" y="308991"/>
                  </a:lnTo>
                  <a:lnTo>
                    <a:pt x="6290310" y="18669"/>
                  </a:lnTo>
                  <a:lnTo>
                    <a:pt x="6252210" y="18669"/>
                  </a:lnTo>
                  <a:lnTo>
                    <a:pt x="6252210" y="308991"/>
                  </a:lnTo>
                  <a:lnTo>
                    <a:pt x="6214110" y="308991"/>
                  </a:lnTo>
                  <a:lnTo>
                    <a:pt x="6271260" y="423291"/>
                  </a:lnTo>
                  <a:lnTo>
                    <a:pt x="6318885" y="328041"/>
                  </a:lnTo>
                  <a:lnTo>
                    <a:pt x="6328410" y="308991"/>
                  </a:lnTo>
                  <a:close/>
                </a:path>
                <a:path w="9124315" h="1592579">
                  <a:moveTo>
                    <a:pt x="9123807" y="1440053"/>
                  </a:moveTo>
                  <a:lnTo>
                    <a:pt x="9085707" y="1440053"/>
                  </a:lnTo>
                  <a:lnTo>
                    <a:pt x="9085707" y="0"/>
                  </a:lnTo>
                  <a:lnTo>
                    <a:pt x="9047607" y="0"/>
                  </a:lnTo>
                  <a:lnTo>
                    <a:pt x="9047607" y="1440053"/>
                  </a:lnTo>
                  <a:lnTo>
                    <a:pt x="9009507" y="1440053"/>
                  </a:lnTo>
                  <a:lnTo>
                    <a:pt x="9066657" y="1554353"/>
                  </a:lnTo>
                  <a:lnTo>
                    <a:pt x="9114282" y="1459103"/>
                  </a:lnTo>
                  <a:lnTo>
                    <a:pt x="9123807" y="1440053"/>
                  </a:lnTo>
                  <a:close/>
                </a:path>
              </a:pathLst>
            </a:custGeom>
            <a:solidFill>
              <a:srgbClr val="3E6DC3"/>
            </a:solidFill>
          </p:spPr>
          <p:txBody>
            <a:bodyPr wrap="square" lIns="0" tIns="0" rIns="0" bIns="0" rtlCol="0"/>
            <a:lstStyle/>
            <a:p>
              <a:endParaRPr/>
            </a:p>
          </p:txBody>
        </p:sp>
      </p:grpSp>
      <p:sp>
        <p:nvSpPr>
          <p:cNvPr id="16" name="object 16"/>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27</a:t>
            </a:fld>
            <a:endParaRPr spc="-25" dirty="0"/>
          </a:p>
        </p:txBody>
      </p:sp>
      <p:pic>
        <p:nvPicPr>
          <p:cNvPr id="18" name="Picture 17" descr="A logo of a company&#10;&#10;AI-generated content may be incorrect.">
            <a:extLst>
              <a:ext uri="{FF2B5EF4-FFF2-40B4-BE49-F238E27FC236}">
                <a16:creationId xmlns:a16="http://schemas.microsoft.com/office/drawing/2014/main" id="{0F3FE242-3871-9C45-713A-79C326110E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3692" rIns="0" bIns="0" rtlCol="0">
            <a:spAutoFit/>
          </a:bodyPr>
          <a:lstStyle/>
          <a:p>
            <a:pPr marL="2117090">
              <a:lnSpc>
                <a:spcPct val="100000"/>
              </a:lnSpc>
              <a:spcBef>
                <a:spcPts val="100"/>
              </a:spcBef>
            </a:pPr>
            <a:r>
              <a:rPr spc="-555" dirty="0">
                <a:latin typeface="Cambria"/>
                <a:cs typeface="Cambria"/>
              </a:rPr>
              <a:t>Conclusion</a:t>
            </a:r>
          </a:p>
        </p:txBody>
      </p:sp>
      <p:sp>
        <p:nvSpPr>
          <p:cNvPr id="3" name="object 3"/>
          <p:cNvSpPr/>
          <p:nvPr/>
        </p:nvSpPr>
        <p:spPr>
          <a:xfrm>
            <a:off x="4278629" y="1301114"/>
            <a:ext cx="2802890" cy="71755"/>
          </a:xfrm>
          <a:custGeom>
            <a:avLst/>
            <a:gdLst/>
            <a:ahLst/>
            <a:cxnLst/>
            <a:rect l="l" t="t" r="r" b="b"/>
            <a:pathLst>
              <a:path w="2802890" h="71755">
                <a:moveTo>
                  <a:pt x="2802636" y="0"/>
                </a:moveTo>
                <a:lnTo>
                  <a:pt x="0" y="0"/>
                </a:lnTo>
                <a:lnTo>
                  <a:pt x="0" y="71627"/>
                </a:lnTo>
                <a:lnTo>
                  <a:pt x="2802636" y="71627"/>
                </a:lnTo>
                <a:lnTo>
                  <a:pt x="2802636" y="0"/>
                </a:lnTo>
                <a:close/>
              </a:path>
            </a:pathLst>
          </a:custGeom>
          <a:solidFill>
            <a:srgbClr val="006FC0"/>
          </a:solidFill>
        </p:spPr>
        <p:txBody>
          <a:bodyPr wrap="square" lIns="0" tIns="0" rIns="0" bIns="0" rtlCol="0"/>
          <a:lstStyle/>
          <a:p>
            <a:endParaRPr/>
          </a:p>
        </p:txBody>
      </p:sp>
      <p:sp>
        <p:nvSpPr>
          <p:cNvPr id="4" name="object 4"/>
          <p:cNvSpPr txBox="1"/>
          <p:nvPr/>
        </p:nvSpPr>
        <p:spPr>
          <a:xfrm>
            <a:off x="654202" y="1625345"/>
            <a:ext cx="9254490" cy="1634422"/>
          </a:xfrm>
          <a:prstGeom prst="rect">
            <a:avLst/>
          </a:prstGeom>
        </p:spPr>
        <p:txBody>
          <a:bodyPr vert="horz" wrap="square" lIns="0" tIns="13335" rIns="0" bIns="0" rtlCol="0">
            <a:spAutoFit/>
          </a:bodyPr>
          <a:lstStyle/>
          <a:p>
            <a:pPr marL="355600" marR="5080" indent="-342900">
              <a:lnSpc>
                <a:spcPct val="100000"/>
              </a:lnSpc>
              <a:spcBef>
                <a:spcPts val="105"/>
              </a:spcBef>
              <a:buClr>
                <a:srgbClr val="000000"/>
              </a:buClr>
              <a:buFont typeface="Wingdings"/>
              <a:buChar char=""/>
              <a:tabLst>
                <a:tab pos="355600" algn="l"/>
              </a:tabLst>
            </a:pPr>
            <a:r>
              <a:rPr sz="2000" b="1" dirty="0">
                <a:solidFill>
                  <a:srgbClr val="FF0000"/>
                </a:solidFill>
                <a:latin typeface="Calibri"/>
                <a:cs typeface="Calibri"/>
              </a:rPr>
              <a:t>Consumer</a:t>
            </a:r>
            <a:r>
              <a:rPr sz="2000" b="1" spc="-50" dirty="0">
                <a:solidFill>
                  <a:srgbClr val="FF0000"/>
                </a:solidFill>
                <a:latin typeface="Calibri"/>
                <a:cs typeface="Calibri"/>
              </a:rPr>
              <a:t> </a:t>
            </a:r>
            <a:r>
              <a:rPr sz="2000" b="1" dirty="0">
                <a:solidFill>
                  <a:srgbClr val="FF0000"/>
                </a:solidFill>
                <a:latin typeface="Calibri"/>
                <a:cs typeface="Calibri"/>
              </a:rPr>
              <a:t>segment</a:t>
            </a:r>
            <a:r>
              <a:rPr sz="2000" b="1" spc="-50" dirty="0">
                <a:solidFill>
                  <a:srgbClr val="FF0000"/>
                </a:solidFill>
                <a:latin typeface="Calibri"/>
                <a:cs typeface="Calibri"/>
              </a:rPr>
              <a:t> </a:t>
            </a:r>
            <a:r>
              <a:rPr sz="2000" b="1" dirty="0">
                <a:solidFill>
                  <a:srgbClr val="FF0000"/>
                </a:solidFill>
                <a:latin typeface="Calibri"/>
                <a:cs typeface="Calibri"/>
              </a:rPr>
              <a:t>Analysis</a:t>
            </a:r>
            <a:r>
              <a:rPr sz="2000" b="1" spc="-45" dirty="0">
                <a:solidFill>
                  <a:srgbClr val="FF0000"/>
                </a:solidFill>
                <a:latin typeface="Calibri"/>
                <a:cs typeface="Calibri"/>
              </a:rPr>
              <a:t> </a:t>
            </a:r>
            <a:r>
              <a:rPr sz="2000" b="1" dirty="0">
                <a:solidFill>
                  <a:srgbClr val="FF0000"/>
                </a:solidFill>
                <a:latin typeface="Calibri"/>
                <a:cs typeface="Calibri"/>
              </a:rPr>
              <a:t>of</a:t>
            </a:r>
            <a:r>
              <a:rPr sz="2000" b="1" spc="-35" dirty="0">
                <a:solidFill>
                  <a:srgbClr val="FF0000"/>
                </a:solidFill>
                <a:latin typeface="Calibri"/>
                <a:cs typeface="Calibri"/>
              </a:rPr>
              <a:t> </a:t>
            </a:r>
            <a:r>
              <a:rPr sz="2000" b="1" dirty="0">
                <a:solidFill>
                  <a:srgbClr val="FF0000"/>
                </a:solidFill>
                <a:latin typeface="Calibri"/>
                <a:cs typeface="Calibri"/>
              </a:rPr>
              <a:t>the</a:t>
            </a:r>
            <a:r>
              <a:rPr sz="2000" b="1" spc="-40" dirty="0">
                <a:solidFill>
                  <a:srgbClr val="FF0000"/>
                </a:solidFill>
                <a:latin typeface="Calibri"/>
                <a:cs typeface="Calibri"/>
              </a:rPr>
              <a:t> </a:t>
            </a:r>
            <a:r>
              <a:rPr sz="2000" b="1" dirty="0">
                <a:solidFill>
                  <a:srgbClr val="FF0000"/>
                </a:solidFill>
                <a:latin typeface="Calibri"/>
                <a:cs typeface="Calibri"/>
              </a:rPr>
              <a:t>key</a:t>
            </a:r>
            <a:r>
              <a:rPr sz="2000" b="1" spc="-30" dirty="0">
                <a:solidFill>
                  <a:srgbClr val="FF0000"/>
                </a:solidFill>
                <a:latin typeface="Calibri"/>
                <a:cs typeface="Calibri"/>
              </a:rPr>
              <a:t> </a:t>
            </a:r>
            <a:r>
              <a:rPr sz="2000" b="1" dirty="0">
                <a:solidFill>
                  <a:srgbClr val="FF0000"/>
                </a:solidFill>
                <a:latin typeface="Calibri"/>
                <a:cs typeface="Calibri"/>
              </a:rPr>
              <a:t>performance</a:t>
            </a:r>
            <a:r>
              <a:rPr sz="2000" b="1" spc="-30" dirty="0">
                <a:solidFill>
                  <a:srgbClr val="FF0000"/>
                </a:solidFill>
                <a:latin typeface="Calibri"/>
                <a:cs typeface="Calibri"/>
              </a:rPr>
              <a:t> </a:t>
            </a:r>
            <a:r>
              <a:rPr sz="2000" b="1" dirty="0">
                <a:solidFill>
                  <a:srgbClr val="FF0000"/>
                </a:solidFill>
                <a:latin typeface="Calibri"/>
                <a:cs typeface="Calibri"/>
              </a:rPr>
              <a:t>indicators</a:t>
            </a:r>
            <a:r>
              <a:rPr sz="2000" b="1" spc="-65" dirty="0">
                <a:solidFill>
                  <a:srgbClr val="FF0000"/>
                </a:solidFill>
                <a:latin typeface="Calibri"/>
                <a:cs typeface="Calibri"/>
              </a:rPr>
              <a:t> </a:t>
            </a:r>
            <a:r>
              <a:rPr sz="2000" b="1" dirty="0">
                <a:solidFill>
                  <a:srgbClr val="FF0000"/>
                </a:solidFill>
                <a:latin typeface="Calibri"/>
                <a:cs typeface="Calibri"/>
              </a:rPr>
              <a:t>(KPIs)</a:t>
            </a:r>
            <a:r>
              <a:rPr sz="2000" b="1" spc="-30" dirty="0">
                <a:solidFill>
                  <a:srgbClr val="FF0000"/>
                </a:solidFill>
                <a:latin typeface="Calibri"/>
                <a:cs typeface="Calibri"/>
              </a:rPr>
              <a:t> </a:t>
            </a:r>
            <a:r>
              <a:rPr sz="2000" b="1" dirty="0">
                <a:solidFill>
                  <a:srgbClr val="FF0000"/>
                </a:solidFill>
                <a:latin typeface="Calibri"/>
                <a:cs typeface="Calibri"/>
              </a:rPr>
              <a:t>reveals</a:t>
            </a:r>
            <a:r>
              <a:rPr sz="2000" b="1" spc="-30" dirty="0">
                <a:solidFill>
                  <a:srgbClr val="FF0000"/>
                </a:solidFill>
                <a:latin typeface="Calibri"/>
                <a:cs typeface="Calibri"/>
              </a:rPr>
              <a:t> </a:t>
            </a:r>
            <a:r>
              <a:rPr sz="2000" b="1" spc="-10" dirty="0">
                <a:solidFill>
                  <a:srgbClr val="FF0000"/>
                </a:solidFill>
                <a:latin typeface="Calibri"/>
                <a:cs typeface="Calibri"/>
              </a:rPr>
              <a:t>several </a:t>
            </a:r>
            <a:r>
              <a:rPr sz="2000" b="1" dirty="0">
                <a:solidFill>
                  <a:srgbClr val="FF0000"/>
                </a:solidFill>
                <a:latin typeface="Calibri"/>
                <a:cs typeface="Calibri"/>
              </a:rPr>
              <a:t>important</a:t>
            </a:r>
            <a:r>
              <a:rPr sz="2000" b="1" spc="-35" dirty="0">
                <a:solidFill>
                  <a:srgbClr val="FF0000"/>
                </a:solidFill>
                <a:latin typeface="Calibri"/>
                <a:cs typeface="Calibri"/>
              </a:rPr>
              <a:t> </a:t>
            </a:r>
            <a:r>
              <a:rPr sz="2000" b="1" spc="-10" dirty="0">
                <a:solidFill>
                  <a:srgbClr val="FF0000"/>
                </a:solidFill>
                <a:latin typeface="Calibri"/>
                <a:cs typeface="Calibri"/>
              </a:rPr>
              <a:t>insights:</a:t>
            </a:r>
            <a:endParaRPr sz="2000" dirty="0">
              <a:latin typeface="Calibri"/>
              <a:cs typeface="Calibri"/>
            </a:endParaRPr>
          </a:p>
          <a:p>
            <a:pPr marL="135255" algn="ctr">
              <a:spcBef>
                <a:spcPts val="1989"/>
              </a:spcBef>
            </a:pPr>
            <a:r>
              <a:rPr lang="en-US" sz="1600" b="1" dirty="0">
                <a:latin typeface="Calibri"/>
                <a:cs typeface="Calibri"/>
              </a:rPr>
              <a:t>             </a:t>
            </a:r>
            <a:r>
              <a:rPr sz="1600" b="1" dirty="0">
                <a:latin typeface="Calibri"/>
                <a:cs typeface="Calibri"/>
              </a:rPr>
              <a:t>2-</a:t>
            </a:r>
            <a:r>
              <a:rPr lang="en-US" sz="1600" b="1" dirty="0">
                <a:latin typeface="Calibri"/>
                <a:cs typeface="Calibri"/>
              </a:rPr>
              <a:t>Customer</a:t>
            </a:r>
            <a:r>
              <a:rPr lang="en-US" sz="1600" b="1" spc="-50" dirty="0">
                <a:latin typeface="Calibri"/>
                <a:cs typeface="Calibri"/>
              </a:rPr>
              <a:t> </a:t>
            </a:r>
            <a:r>
              <a:rPr lang="en-US" sz="1600" b="1" spc="-10" dirty="0">
                <a:latin typeface="Calibri"/>
                <a:cs typeface="Calibri"/>
              </a:rPr>
              <a:t>Insights</a:t>
            </a:r>
          </a:p>
          <a:p>
            <a:pPr marL="135255" algn="ctr">
              <a:lnSpc>
                <a:spcPct val="100000"/>
              </a:lnSpc>
              <a:spcBef>
                <a:spcPts val="1989"/>
              </a:spcBef>
            </a:pPr>
            <a:endParaRPr sz="1600" dirty="0">
              <a:latin typeface="Calibri"/>
              <a:cs typeface="Calibri"/>
            </a:endParaRPr>
          </a:p>
        </p:txBody>
      </p:sp>
      <p:sp>
        <p:nvSpPr>
          <p:cNvPr id="5" name="object 5"/>
          <p:cNvSpPr txBox="1"/>
          <p:nvPr/>
        </p:nvSpPr>
        <p:spPr>
          <a:xfrm>
            <a:off x="7951343" y="4974359"/>
            <a:ext cx="1570355" cy="226695"/>
          </a:xfrm>
          <a:prstGeom prst="rect">
            <a:avLst/>
          </a:prstGeom>
        </p:spPr>
        <p:txBody>
          <a:bodyPr vert="horz" wrap="square" lIns="0" tIns="0" rIns="0" bIns="0" rtlCol="0">
            <a:spAutoFit/>
          </a:bodyPr>
          <a:lstStyle/>
          <a:p>
            <a:pPr>
              <a:lnSpc>
                <a:spcPts val="1764"/>
              </a:lnSpc>
            </a:pPr>
            <a:r>
              <a:rPr sz="1600" dirty="0">
                <a:latin typeface="Arial MT"/>
                <a:cs typeface="Arial MT"/>
              </a:rPr>
              <a:t>3-</a:t>
            </a:r>
            <a:r>
              <a:rPr sz="1600" spc="-30" dirty="0">
                <a:latin typeface="Arial MT"/>
                <a:cs typeface="Arial MT"/>
              </a:rPr>
              <a:t> </a:t>
            </a:r>
            <a:r>
              <a:rPr sz="1600" dirty="0">
                <a:latin typeface="Arial MT"/>
                <a:cs typeface="Arial MT"/>
              </a:rPr>
              <a:t>Order</a:t>
            </a:r>
            <a:r>
              <a:rPr sz="1600" spc="-15" dirty="0">
                <a:latin typeface="Arial MT"/>
                <a:cs typeface="Arial MT"/>
              </a:rPr>
              <a:t> </a:t>
            </a:r>
            <a:r>
              <a:rPr sz="1600" spc="-10" dirty="0">
                <a:latin typeface="Arial MT"/>
                <a:cs typeface="Arial MT"/>
              </a:rPr>
              <a:t>Analysis</a:t>
            </a:r>
            <a:endParaRPr sz="1600">
              <a:latin typeface="Arial MT"/>
              <a:cs typeface="Arial MT"/>
            </a:endParaRPr>
          </a:p>
        </p:txBody>
      </p:sp>
      <p:sp>
        <p:nvSpPr>
          <p:cNvPr id="6" name="object 6"/>
          <p:cNvSpPr txBox="1"/>
          <p:nvPr/>
        </p:nvSpPr>
        <p:spPr>
          <a:xfrm>
            <a:off x="9509104" y="4942459"/>
            <a:ext cx="81915" cy="269240"/>
          </a:xfrm>
          <a:prstGeom prst="rect">
            <a:avLst/>
          </a:prstGeom>
        </p:spPr>
        <p:txBody>
          <a:bodyPr vert="horz" wrap="square" lIns="0" tIns="12065" rIns="0" bIns="0" rtlCol="0">
            <a:spAutoFit/>
          </a:bodyPr>
          <a:lstStyle/>
          <a:p>
            <a:pPr marL="12700">
              <a:lnSpc>
                <a:spcPct val="100000"/>
              </a:lnSpc>
              <a:spcBef>
                <a:spcPts val="95"/>
              </a:spcBef>
            </a:pPr>
            <a:r>
              <a:rPr sz="1600" spc="-50" dirty="0">
                <a:latin typeface="Arial MT"/>
                <a:cs typeface="Arial MT"/>
              </a:rPr>
              <a:t>:</a:t>
            </a:r>
            <a:endParaRPr sz="1600">
              <a:latin typeface="Arial MT"/>
              <a:cs typeface="Arial MT"/>
            </a:endParaRPr>
          </a:p>
        </p:txBody>
      </p:sp>
      <p:pic>
        <p:nvPicPr>
          <p:cNvPr id="7" name="object 7"/>
          <p:cNvPicPr/>
          <p:nvPr/>
        </p:nvPicPr>
        <p:blipFill>
          <a:blip r:embed="rId2" cstate="print"/>
          <a:stretch>
            <a:fillRect/>
          </a:stretch>
        </p:blipFill>
        <p:spPr>
          <a:xfrm>
            <a:off x="7318502" y="3755656"/>
            <a:ext cx="2231008" cy="1920494"/>
          </a:xfrm>
          <a:prstGeom prst="rect">
            <a:avLst/>
          </a:prstGeom>
        </p:spPr>
      </p:pic>
      <p:sp>
        <p:nvSpPr>
          <p:cNvPr id="8" name="object 8"/>
          <p:cNvSpPr txBox="1"/>
          <p:nvPr/>
        </p:nvSpPr>
        <p:spPr>
          <a:xfrm>
            <a:off x="914400" y="3631882"/>
            <a:ext cx="3115310" cy="443711"/>
          </a:xfrm>
          <a:prstGeom prst="rect">
            <a:avLst/>
          </a:prstGeom>
        </p:spPr>
        <p:txBody>
          <a:bodyPr vert="horz" wrap="square" lIns="0" tIns="12700" rIns="0" bIns="0" rtlCol="0">
            <a:spAutoFit/>
          </a:bodyPr>
          <a:lstStyle/>
          <a:p>
            <a:pPr marL="12700">
              <a:lnSpc>
                <a:spcPct val="100000"/>
              </a:lnSpc>
              <a:spcBef>
                <a:spcPts val="100"/>
              </a:spcBef>
            </a:pPr>
            <a:r>
              <a:rPr lang="en-US" sz="1400" b="1" dirty="0">
                <a:latin typeface="Calibri"/>
                <a:cs typeface="Calibri"/>
              </a:rPr>
              <a:t>The Consumer segment is the largest contributor to total sales</a:t>
            </a:r>
            <a:r>
              <a:rPr sz="1400" b="1" spc="-10" dirty="0">
                <a:latin typeface="Calibri"/>
                <a:cs typeface="Calibri"/>
              </a:rPr>
              <a:t>.</a:t>
            </a:r>
            <a:endParaRPr sz="1400" dirty="0">
              <a:latin typeface="Calibri"/>
              <a:cs typeface="Calibri"/>
            </a:endParaRPr>
          </a:p>
        </p:txBody>
      </p:sp>
      <p:sp>
        <p:nvSpPr>
          <p:cNvPr id="9" name="object 9"/>
          <p:cNvSpPr txBox="1"/>
          <p:nvPr/>
        </p:nvSpPr>
        <p:spPr>
          <a:xfrm>
            <a:off x="4520438" y="4778630"/>
            <a:ext cx="1870710" cy="454025"/>
          </a:xfrm>
          <a:prstGeom prst="rect">
            <a:avLst/>
          </a:prstGeom>
        </p:spPr>
        <p:txBody>
          <a:bodyPr vert="horz" wrap="square" lIns="0" tIns="13335" rIns="0" bIns="0" rtlCol="0">
            <a:spAutoFit/>
          </a:bodyPr>
          <a:lstStyle/>
          <a:p>
            <a:pPr marL="12700">
              <a:lnSpc>
                <a:spcPct val="100000"/>
              </a:lnSpc>
              <a:spcBef>
                <a:spcPts val="105"/>
              </a:spcBef>
            </a:pPr>
            <a:r>
              <a:rPr lang="en-US" sz="1400" b="1" dirty="0">
                <a:latin typeface="Calibri"/>
                <a:cs typeface="Calibri"/>
              </a:rPr>
              <a:t>98% of customers are repeat buyers</a:t>
            </a:r>
            <a:r>
              <a:rPr sz="1400" b="1" spc="-10" dirty="0">
                <a:latin typeface="Calibri"/>
                <a:cs typeface="Calibri"/>
              </a:rPr>
              <a:t>.</a:t>
            </a:r>
            <a:endParaRPr sz="1400" dirty="0">
              <a:latin typeface="Calibri"/>
              <a:cs typeface="Calibri"/>
            </a:endParaRPr>
          </a:p>
        </p:txBody>
      </p:sp>
      <p:sp>
        <p:nvSpPr>
          <p:cNvPr id="13" name="object 13"/>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28</a:t>
            </a:fld>
            <a:endParaRPr spc="-25" dirty="0"/>
          </a:p>
        </p:txBody>
      </p:sp>
      <p:pic>
        <p:nvPicPr>
          <p:cNvPr id="15" name="Picture 14" descr="A logo of a company&#10;&#10;AI-generated content may be incorrect.">
            <a:extLst>
              <a:ext uri="{FF2B5EF4-FFF2-40B4-BE49-F238E27FC236}">
                <a16:creationId xmlns:a16="http://schemas.microsoft.com/office/drawing/2014/main" id="{6ACA5046-38D0-B581-EBB6-943D473050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grpSp>
        <p:nvGrpSpPr>
          <p:cNvPr id="19" name="object 13">
            <a:extLst>
              <a:ext uri="{FF2B5EF4-FFF2-40B4-BE49-F238E27FC236}">
                <a16:creationId xmlns:a16="http://schemas.microsoft.com/office/drawing/2014/main" id="{B3378A3B-7A32-14F1-C608-64A889494A30}"/>
              </a:ext>
            </a:extLst>
          </p:cNvPr>
          <p:cNvGrpSpPr/>
          <p:nvPr/>
        </p:nvGrpSpPr>
        <p:grpSpPr>
          <a:xfrm>
            <a:off x="1406905" y="2901569"/>
            <a:ext cx="9124315" cy="1592580"/>
            <a:chOff x="1406905" y="2901569"/>
            <a:chExt cx="9124315" cy="1592580"/>
          </a:xfrm>
        </p:grpSpPr>
        <p:sp>
          <p:nvSpPr>
            <p:cNvPr id="20" name="object 14">
              <a:extLst>
                <a:ext uri="{FF2B5EF4-FFF2-40B4-BE49-F238E27FC236}">
                  <a16:creationId xmlns:a16="http://schemas.microsoft.com/office/drawing/2014/main" id="{481A3291-CA7A-4B64-DB64-D138BDE095EE}"/>
                </a:ext>
              </a:extLst>
            </p:cNvPr>
            <p:cNvSpPr/>
            <p:nvPr/>
          </p:nvSpPr>
          <p:spPr>
            <a:xfrm>
              <a:off x="1447799" y="2924048"/>
              <a:ext cx="9029700" cy="0"/>
            </a:xfrm>
            <a:custGeom>
              <a:avLst/>
              <a:gdLst/>
              <a:ahLst/>
              <a:cxnLst/>
              <a:rect l="l" t="t" r="r" b="b"/>
              <a:pathLst>
                <a:path w="9029700">
                  <a:moveTo>
                    <a:pt x="0" y="0"/>
                  </a:moveTo>
                  <a:lnTo>
                    <a:pt x="9029573" y="0"/>
                  </a:lnTo>
                </a:path>
              </a:pathLst>
            </a:custGeom>
            <a:ln w="38100">
              <a:solidFill>
                <a:srgbClr val="4471C4"/>
              </a:solidFill>
            </a:ln>
          </p:spPr>
          <p:txBody>
            <a:bodyPr wrap="square" lIns="0" tIns="0" rIns="0" bIns="0" rtlCol="0"/>
            <a:lstStyle/>
            <a:p>
              <a:endParaRPr/>
            </a:p>
          </p:txBody>
        </p:sp>
        <p:sp>
          <p:nvSpPr>
            <p:cNvPr id="21" name="object 15">
              <a:extLst>
                <a:ext uri="{FF2B5EF4-FFF2-40B4-BE49-F238E27FC236}">
                  <a16:creationId xmlns:a16="http://schemas.microsoft.com/office/drawing/2014/main" id="{3D6D9193-8814-0C56-DA39-683B7BA5EFB1}"/>
                </a:ext>
              </a:extLst>
            </p:cNvPr>
            <p:cNvSpPr/>
            <p:nvPr/>
          </p:nvSpPr>
          <p:spPr>
            <a:xfrm>
              <a:off x="1406906" y="2901568"/>
              <a:ext cx="9124315" cy="1592580"/>
            </a:xfrm>
            <a:custGeom>
              <a:avLst/>
              <a:gdLst/>
              <a:ahLst/>
              <a:cxnLst/>
              <a:rect l="l" t="t" r="r" b="b"/>
              <a:pathLst>
                <a:path w="9124315" h="1592579">
                  <a:moveTo>
                    <a:pt x="114300" y="312801"/>
                  </a:moveTo>
                  <a:lnTo>
                    <a:pt x="76200" y="312801"/>
                  </a:lnTo>
                  <a:lnTo>
                    <a:pt x="76200" y="22479"/>
                  </a:lnTo>
                  <a:lnTo>
                    <a:pt x="38100" y="22479"/>
                  </a:lnTo>
                  <a:lnTo>
                    <a:pt x="38100" y="312801"/>
                  </a:lnTo>
                  <a:lnTo>
                    <a:pt x="0" y="312801"/>
                  </a:lnTo>
                  <a:lnTo>
                    <a:pt x="57150" y="427101"/>
                  </a:lnTo>
                  <a:lnTo>
                    <a:pt x="104775" y="331851"/>
                  </a:lnTo>
                  <a:lnTo>
                    <a:pt x="114300" y="312801"/>
                  </a:lnTo>
                  <a:close/>
                </a:path>
                <a:path w="9124315" h="1592579">
                  <a:moveTo>
                    <a:pt x="3597529" y="1477772"/>
                  </a:moveTo>
                  <a:lnTo>
                    <a:pt x="3559429" y="1477772"/>
                  </a:lnTo>
                  <a:lnTo>
                    <a:pt x="3559429" y="37719"/>
                  </a:lnTo>
                  <a:lnTo>
                    <a:pt x="3521329" y="37719"/>
                  </a:lnTo>
                  <a:lnTo>
                    <a:pt x="3521329" y="1477772"/>
                  </a:lnTo>
                  <a:lnTo>
                    <a:pt x="3483229" y="1477772"/>
                  </a:lnTo>
                  <a:lnTo>
                    <a:pt x="3540379" y="1592072"/>
                  </a:lnTo>
                  <a:lnTo>
                    <a:pt x="3588004" y="1496822"/>
                  </a:lnTo>
                  <a:lnTo>
                    <a:pt x="3597529" y="1477772"/>
                  </a:lnTo>
                  <a:close/>
                </a:path>
                <a:path w="9124315" h="1592579">
                  <a:moveTo>
                    <a:pt x="6328410" y="308991"/>
                  </a:moveTo>
                  <a:lnTo>
                    <a:pt x="6290310" y="308991"/>
                  </a:lnTo>
                  <a:lnTo>
                    <a:pt x="6290310" y="18669"/>
                  </a:lnTo>
                  <a:lnTo>
                    <a:pt x="6252210" y="18669"/>
                  </a:lnTo>
                  <a:lnTo>
                    <a:pt x="6252210" y="308991"/>
                  </a:lnTo>
                  <a:lnTo>
                    <a:pt x="6214110" y="308991"/>
                  </a:lnTo>
                  <a:lnTo>
                    <a:pt x="6271260" y="423291"/>
                  </a:lnTo>
                  <a:lnTo>
                    <a:pt x="6318885" y="328041"/>
                  </a:lnTo>
                  <a:lnTo>
                    <a:pt x="6328410" y="308991"/>
                  </a:lnTo>
                  <a:close/>
                </a:path>
                <a:path w="9124315" h="1592579">
                  <a:moveTo>
                    <a:pt x="9123807" y="1440053"/>
                  </a:moveTo>
                  <a:lnTo>
                    <a:pt x="9085707" y="1440053"/>
                  </a:lnTo>
                  <a:lnTo>
                    <a:pt x="9085707" y="0"/>
                  </a:lnTo>
                  <a:lnTo>
                    <a:pt x="9047607" y="0"/>
                  </a:lnTo>
                  <a:lnTo>
                    <a:pt x="9047607" y="1440053"/>
                  </a:lnTo>
                  <a:lnTo>
                    <a:pt x="9009507" y="1440053"/>
                  </a:lnTo>
                  <a:lnTo>
                    <a:pt x="9066657" y="1554353"/>
                  </a:lnTo>
                  <a:lnTo>
                    <a:pt x="9114282" y="1459103"/>
                  </a:lnTo>
                  <a:lnTo>
                    <a:pt x="9123807" y="1440053"/>
                  </a:lnTo>
                  <a:close/>
                </a:path>
              </a:pathLst>
            </a:custGeom>
            <a:solidFill>
              <a:srgbClr val="3E6DC3"/>
            </a:solidFill>
          </p:spPr>
          <p:txBody>
            <a:bodyPr wrap="square" lIns="0" tIns="0" rIns="0" bIns="0" rtlCol="0"/>
            <a:lstStyle/>
            <a:p>
              <a:endParaRPr/>
            </a:p>
          </p:txBody>
        </p:sp>
      </p:grpSp>
      <p:sp>
        <p:nvSpPr>
          <p:cNvPr id="23" name="TextBox 22">
            <a:extLst>
              <a:ext uri="{FF2B5EF4-FFF2-40B4-BE49-F238E27FC236}">
                <a16:creationId xmlns:a16="http://schemas.microsoft.com/office/drawing/2014/main" id="{BA9122AB-515F-A8C0-1BFC-A5C1906AAFB2}"/>
              </a:ext>
            </a:extLst>
          </p:cNvPr>
          <p:cNvSpPr txBox="1"/>
          <p:nvPr/>
        </p:nvSpPr>
        <p:spPr>
          <a:xfrm>
            <a:off x="7055018" y="3534938"/>
            <a:ext cx="2757976" cy="523220"/>
          </a:xfrm>
          <a:prstGeom prst="rect">
            <a:avLst/>
          </a:prstGeom>
          <a:noFill/>
        </p:spPr>
        <p:txBody>
          <a:bodyPr wrap="square">
            <a:spAutoFit/>
          </a:bodyPr>
          <a:lstStyle/>
          <a:p>
            <a:r>
              <a:rPr lang="en-US" sz="1400" b="1" dirty="0">
                <a:latin typeface="+mj-lt"/>
              </a:rPr>
              <a:t>The top 10 customers generate a significant portion of revenue.</a:t>
            </a:r>
          </a:p>
        </p:txBody>
      </p:sp>
      <p:sp>
        <p:nvSpPr>
          <p:cNvPr id="24" name="TextBox 23">
            <a:extLst>
              <a:ext uri="{FF2B5EF4-FFF2-40B4-BE49-F238E27FC236}">
                <a16:creationId xmlns:a16="http://schemas.microsoft.com/office/drawing/2014/main" id="{EFE605A2-5D1A-172D-2C36-A00401B36025}"/>
              </a:ext>
            </a:extLst>
          </p:cNvPr>
          <p:cNvSpPr txBox="1"/>
          <p:nvPr/>
        </p:nvSpPr>
        <p:spPr>
          <a:xfrm>
            <a:off x="9692910" y="4633638"/>
            <a:ext cx="2372381" cy="523220"/>
          </a:xfrm>
          <a:prstGeom prst="rect">
            <a:avLst/>
          </a:prstGeom>
          <a:noFill/>
        </p:spPr>
        <p:txBody>
          <a:bodyPr wrap="square" rtlCol="0">
            <a:spAutoFit/>
          </a:bodyPr>
          <a:lstStyle/>
          <a:p>
            <a:r>
              <a:rPr lang="en-US" sz="1400" b="1" dirty="0">
                <a:latin typeface="+mn-lt"/>
              </a:rPr>
              <a:t>The top customer exceeding $0.30M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8264" rIns="0" bIns="0" rtlCol="0">
            <a:spAutoFit/>
          </a:bodyPr>
          <a:lstStyle/>
          <a:p>
            <a:pPr marL="2117090">
              <a:lnSpc>
                <a:spcPct val="100000"/>
              </a:lnSpc>
              <a:spcBef>
                <a:spcPts val="100"/>
              </a:spcBef>
            </a:pPr>
            <a:r>
              <a:rPr spc="-555" dirty="0">
                <a:latin typeface="Cambria"/>
                <a:cs typeface="Cambria"/>
              </a:rPr>
              <a:t>Conclusion</a:t>
            </a:r>
          </a:p>
        </p:txBody>
      </p:sp>
      <p:sp>
        <p:nvSpPr>
          <p:cNvPr id="3" name="object 3"/>
          <p:cNvSpPr/>
          <p:nvPr/>
        </p:nvSpPr>
        <p:spPr>
          <a:xfrm>
            <a:off x="4278629" y="1305686"/>
            <a:ext cx="2802890" cy="71755"/>
          </a:xfrm>
          <a:custGeom>
            <a:avLst/>
            <a:gdLst/>
            <a:ahLst/>
            <a:cxnLst/>
            <a:rect l="l" t="t" r="r" b="b"/>
            <a:pathLst>
              <a:path w="2802890" h="71755">
                <a:moveTo>
                  <a:pt x="2802636" y="0"/>
                </a:moveTo>
                <a:lnTo>
                  <a:pt x="0" y="0"/>
                </a:lnTo>
                <a:lnTo>
                  <a:pt x="0" y="71627"/>
                </a:lnTo>
                <a:lnTo>
                  <a:pt x="2802636" y="71627"/>
                </a:lnTo>
                <a:lnTo>
                  <a:pt x="2802636" y="0"/>
                </a:lnTo>
                <a:close/>
              </a:path>
            </a:pathLst>
          </a:custGeom>
          <a:solidFill>
            <a:srgbClr val="006FC0"/>
          </a:solidFill>
        </p:spPr>
        <p:txBody>
          <a:bodyPr wrap="square" lIns="0" tIns="0" rIns="0" bIns="0" rtlCol="0"/>
          <a:lstStyle/>
          <a:p>
            <a:endParaRPr/>
          </a:p>
        </p:txBody>
      </p:sp>
      <p:sp>
        <p:nvSpPr>
          <p:cNvPr id="4" name="object 4"/>
          <p:cNvSpPr txBox="1"/>
          <p:nvPr/>
        </p:nvSpPr>
        <p:spPr>
          <a:xfrm>
            <a:off x="654202" y="1625345"/>
            <a:ext cx="9254490" cy="1536959"/>
          </a:xfrm>
          <a:prstGeom prst="rect">
            <a:avLst/>
          </a:prstGeom>
        </p:spPr>
        <p:txBody>
          <a:bodyPr vert="horz" wrap="square" lIns="0" tIns="13335" rIns="0" bIns="0" rtlCol="0">
            <a:spAutoFit/>
          </a:bodyPr>
          <a:lstStyle/>
          <a:p>
            <a:pPr marL="355600" marR="5080" indent="-342900">
              <a:lnSpc>
                <a:spcPct val="100000"/>
              </a:lnSpc>
              <a:spcBef>
                <a:spcPts val="105"/>
              </a:spcBef>
              <a:buClr>
                <a:srgbClr val="000000"/>
              </a:buClr>
              <a:buFont typeface="Wingdings"/>
              <a:buChar char=""/>
              <a:tabLst>
                <a:tab pos="355600" algn="l"/>
              </a:tabLst>
            </a:pPr>
            <a:r>
              <a:rPr sz="2000" b="1" dirty="0">
                <a:solidFill>
                  <a:srgbClr val="FF0000"/>
                </a:solidFill>
                <a:latin typeface="Calibri"/>
                <a:cs typeface="Calibri"/>
              </a:rPr>
              <a:t>Consumer</a:t>
            </a:r>
            <a:r>
              <a:rPr sz="2000" b="1" spc="-50" dirty="0">
                <a:solidFill>
                  <a:srgbClr val="FF0000"/>
                </a:solidFill>
                <a:latin typeface="Calibri"/>
                <a:cs typeface="Calibri"/>
              </a:rPr>
              <a:t> </a:t>
            </a:r>
            <a:r>
              <a:rPr sz="2000" b="1" dirty="0">
                <a:solidFill>
                  <a:srgbClr val="FF0000"/>
                </a:solidFill>
                <a:latin typeface="Calibri"/>
                <a:cs typeface="Calibri"/>
              </a:rPr>
              <a:t>segment</a:t>
            </a:r>
            <a:r>
              <a:rPr sz="2000" b="1" spc="-50" dirty="0">
                <a:solidFill>
                  <a:srgbClr val="FF0000"/>
                </a:solidFill>
                <a:latin typeface="Calibri"/>
                <a:cs typeface="Calibri"/>
              </a:rPr>
              <a:t> </a:t>
            </a:r>
            <a:r>
              <a:rPr sz="2000" b="1" dirty="0">
                <a:solidFill>
                  <a:srgbClr val="FF0000"/>
                </a:solidFill>
                <a:latin typeface="Calibri"/>
                <a:cs typeface="Calibri"/>
              </a:rPr>
              <a:t>Analysis</a:t>
            </a:r>
            <a:r>
              <a:rPr sz="2000" b="1" spc="-45" dirty="0">
                <a:solidFill>
                  <a:srgbClr val="FF0000"/>
                </a:solidFill>
                <a:latin typeface="Calibri"/>
                <a:cs typeface="Calibri"/>
              </a:rPr>
              <a:t> </a:t>
            </a:r>
            <a:r>
              <a:rPr sz="2000" b="1" dirty="0">
                <a:solidFill>
                  <a:srgbClr val="FF0000"/>
                </a:solidFill>
                <a:latin typeface="Calibri"/>
                <a:cs typeface="Calibri"/>
              </a:rPr>
              <a:t>of</a:t>
            </a:r>
            <a:r>
              <a:rPr sz="2000" b="1" spc="-35" dirty="0">
                <a:solidFill>
                  <a:srgbClr val="FF0000"/>
                </a:solidFill>
                <a:latin typeface="Calibri"/>
                <a:cs typeface="Calibri"/>
              </a:rPr>
              <a:t> </a:t>
            </a:r>
            <a:r>
              <a:rPr sz="2000" b="1" dirty="0">
                <a:solidFill>
                  <a:srgbClr val="FF0000"/>
                </a:solidFill>
                <a:latin typeface="Calibri"/>
                <a:cs typeface="Calibri"/>
              </a:rPr>
              <a:t>the</a:t>
            </a:r>
            <a:r>
              <a:rPr sz="2000" b="1" spc="-40" dirty="0">
                <a:solidFill>
                  <a:srgbClr val="FF0000"/>
                </a:solidFill>
                <a:latin typeface="Calibri"/>
                <a:cs typeface="Calibri"/>
              </a:rPr>
              <a:t> </a:t>
            </a:r>
            <a:r>
              <a:rPr sz="2000" b="1" dirty="0">
                <a:solidFill>
                  <a:srgbClr val="FF0000"/>
                </a:solidFill>
                <a:latin typeface="Calibri"/>
                <a:cs typeface="Calibri"/>
              </a:rPr>
              <a:t>key</a:t>
            </a:r>
            <a:r>
              <a:rPr sz="2000" b="1" spc="-30" dirty="0">
                <a:solidFill>
                  <a:srgbClr val="FF0000"/>
                </a:solidFill>
                <a:latin typeface="Calibri"/>
                <a:cs typeface="Calibri"/>
              </a:rPr>
              <a:t> </a:t>
            </a:r>
            <a:r>
              <a:rPr sz="2000" b="1" dirty="0">
                <a:solidFill>
                  <a:srgbClr val="FF0000"/>
                </a:solidFill>
                <a:latin typeface="Calibri"/>
                <a:cs typeface="Calibri"/>
              </a:rPr>
              <a:t>performance</a:t>
            </a:r>
            <a:r>
              <a:rPr sz="2000" b="1" spc="-30" dirty="0">
                <a:solidFill>
                  <a:srgbClr val="FF0000"/>
                </a:solidFill>
                <a:latin typeface="Calibri"/>
                <a:cs typeface="Calibri"/>
              </a:rPr>
              <a:t> </a:t>
            </a:r>
            <a:r>
              <a:rPr sz="2000" b="1" dirty="0">
                <a:solidFill>
                  <a:srgbClr val="FF0000"/>
                </a:solidFill>
                <a:latin typeface="Calibri"/>
                <a:cs typeface="Calibri"/>
              </a:rPr>
              <a:t>indicators</a:t>
            </a:r>
            <a:r>
              <a:rPr sz="2000" b="1" spc="-65" dirty="0">
                <a:solidFill>
                  <a:srgbClr val="FF0000"/>
                </a:solidFill>
                <a:latin typeface="Calibri"/>
                <a:cs typeface="Calibri"/>
              </a:rPr>
              <a:t> </a:t>
            </a:r>
            <a:r>
              <a:rPr sz="2000" b="1" dirty="0">
                <a:solidFill>
                  <a:srgbClr val="FF0000"/>
                </a:solidFill>
                <a:latin typeface="Calibri"/>
                <a:cs typeface="Calibri"/>
              </a:rPr>
              <a:t>(KPIs)</a:t>
            </a:r>
            <a:r>
              <a:rPr sz="2000" b="1" spc="-30" dirty="0">
                <a:solidFill>
                  <a:srgbClr val="FF0000"/>
                </a:solidFill>
                <a:latin typeface="Calibri"/>
                <a:cs typeface="Calibri"/>
              </a:rPr>
              <a:t> </a:t>
            </a:r>
            <a:r>
              <a:rPr sz="2000" b="1" dirty="0">
                <a:solidFill>
                  <a:srgbClr val="FF0000"/>
                </a:solidFill>
                <a:latin typeface="Calibri"/>
                <a:cs typeface="Calibri"/>
              </a:rPr>
              <a:t>reveals</a:t>
            </a:r>
            <a:r>
              <a:rPr sz="2000" b="1" spc="-30" dirty="0">
                <a:solidFill>
                  <a:srgbClr val="FF0000"/>
                </a:solidFill>
                <a:latin typeface="Calibri"/>
                <a:cs typeface="Calibri"/>
              </a:rPr>
              <a:t> </a:t>
            </a:r>
            <a:r>
              <a:rPr sz="2000" b="1" spc="-10" dirty="0">
                <a:solidFill>
                  <a:srgbClr val="FF0000"/>
                </a:solidFill>
                <a:latin typeface="Calibri"/>
                <a:cs typeface="Calibri"/>
              </a:rPr>
              <a:t>several </a:t>
            </a:r>
            <a:r>
              <a:rPr sz="2000" b="1" dirty="0">
                <a:solidFill>
                  <a:srgbClr val="FF0000"/>
                </a:solidFill>
                <a:latin typeface="Calibri"/>
                <a:cs typeface="Calibri"/>
              </a:rPr>
              <a:t>important</a:t>
            </a:r>
            <a:r>
              <a:rPr sz="2000" b="1" spc="-35" dirty="0">
                <a:solidFill>
                  <a:srgbClr val="FF0000"/>
                </a:solidFill>
                <a:latin typeface="Calibri"/>
                <a:cs typeface="Calibri"/>
              </a:rPr>
              <a:t> </a:t>
            </a:r>
            <a:r>
              <a:rPr sz="2000" b="1" spc="-10" dirty="0">
                <a:solidFill>
                  <a:srgbClr val="FF0000"/>
                </a:solidFill>
                <a:latin typeface="Calibri"/>
                <a:cs typeface="Calibri"/>
              </a:rPr>
              <a:t>insights:</a:t>
            </a:r>
            <a:endParaRPr sz="2000" dirty="0">
              <a:latin typeface="Calibri"/>
              <a:cs typeface="Calibri"/>
            </a:endParaRPr>
          </a:p>
          <a:p>
            <a:pPr marL="822325" algn="ctr">
              <a:spcBef>
                <a:spcPts val="1465"/>
              </a:spcBef>
            </a:pPr>
            <a:r>
              <a:rPr sz="1600" b="1" dirty="0">
                <a:latin typeface="Calibri"/>
                <a:cs typeface="Calibri"/>
              </a:rPr>
              <a:t>3-</a:t>
            </a:r>
            <a:r>
              <a:rPr sz="1600" b="1" spc="-25" dirty="0">
                <a:latin typeface="Calibri"/>
                <a:cs typeface="Calibri"/>
              </a:rPr>
              <a:t> </a:t>
            </a:r>
            <a:r>
              <a:rPr lang="en-US" sz="1600" b="1" spc="-10" dirty="0">
                <a:latin typeface="Calibri"/>
                <a:cs typeface="Calibri"/>
              </a:rPr>
              <a:t>Regional Sales </a:t>
            </a:r>
          </a:p>
          <a:p>
            <a:pPr marL="822325" algn="ctr">
              <a:lnSpc>
                <a:spcPct val="100000"/>
              </a:lnSpc>
              <a:spcBef>
                <a:spcPts val="1465"/>
              </a:spcBef>
            </a:pPr>
            <a:endParaRPr sz="1600" dirty="0">
              <a:latin typeface="Calibri"/>
              <a:cs typeface="Calibri"/>
            </a:endParaRPr>
          </a:p>
        </p:txBody>
      </p:sp>
      <p:sp>
        <p:nvSpPr>
          <p:cNvPr id="5" name="object 5"/>
          <p:cNvSpPr txBox="1"/>
          <p:nvPr/>
        </p:nvSpPr>
        <p:spPr>
          <a:xfrm>
            <a:off x="990600" y="3404582"/>
            <a:ext cx="2438400" cy="659796"/>
          </a:xfrm>
          <a:prstGeom prst="rect">
            <a:avLst/>
          </a:prstGeom>
        </p:spPr>
        <p:txBody>
          <a:bodyPr vert="horz" wrap="square" lIns="0" tIns="13335" rIns="0" bIns="0" rtlCol="0">
            <a:spAutoFit/>
          </a:bodyPr>
          <a:lstStyle/>
          <a:p>
            <a:pPr marL="12700">
              <a:lnSpc>
                <a:spcPct val="100000"/>
              </a:lnSpc>
              <a:spcBef>
                <a:spcPts val="105"/>
              </a:spcBef>
            </a:pPr>
            <a:r>
              <a:rPr lang="en-US" sz="1400" b="1" dirty="0">
                <a:latin typeface="Calibri"/>
                <a:cs typeface="Calibri"/>
              </a:rPr>
              <a:t>A significant portion of sales is concentrated in a limited number of states</a:t>
            </a:r>
            <a:endParaRPr sz="1400" dirty="0">
              <a:latin typeface="Calibri"/>
              <a:cs typeface="Calibri"/>
            </a:endParaRPr>
          </a:p>
        </p:txBody>
      </p:sp>
      <p:sp>
        <p:nvSpPr>
          <p:cNvPr id="6" name="object 6"/>
          <p:cNvSpPr txBox="1"/>
          <p:nvPr/>
        </p:nvSpPr>
        <p:spPr>
          <a:xfrm>
            <a:off x="4207890" y="4598670"/>
            <a:ext cx="2628900" cy="659155"/>
          </a:xfrm>
          <a:prstGeom prst="rect">
            <a:avLst/>
          </a:prstGeom>
        </p:spPr>
        <p:txBody>
          <a:bodyPr vert="horz" wrap="square" lIns="0" tIns="12700" rIns="0" bIns="0" rtlCol="0">
            <a:spAutoFit/>
          </a:bodyPr>
          <a:lstStyle/>
          <a:p>
            <a:pPr marL="12700" marR="5080">
              <a:lnSpc>
                <a:spcPct val="100000"/>
              </a:lnSpc>
              <a:spcBef>
                <a:spcPts val="100"/>
              </a:spcBef>
            </a:pPr>
            <a:r>
              <a:rPr lang="en-US" sz="1400" b="1" dirty="0">
                <a:latin typeface="Calibri"/>
                <a:cs typeface="Calibri"/>
              </a:rPr>
              <a:t>Texas and Washington emerging as the strongest markets in terms of total sales</a:t>
            </a:r>
            <a:endParaRPr sz="1400" dirty="0">
              <a:latin typeface="Calibri"/>
              <a:cs typeface="Calibri"/>
            </a:endParaRPr>
          </a:p>
        </p:txBody>
      </p:sp>
      <p:grpSp>
        <p:nvGrpSpPr>
          <p:cNvPr id="7" name="object 7"/>
          <p:cNvGrpSpPr/>
          <p:nvPr/>
        </p:nvGrpSpPr>
        <p:grpSpPr>
          <a:xfrm>
            <a:off x="1570736" y="2901569"/>
            <a:ext cx="9124315" cy="1592580"/>
            <a:chOff x="1570736" y="2901569"/>
            <a:chExt cx="9124315" cy="1592580"/>
          </a:xfrm>
        </p:grpSpPr>
        <p:sp>
          <p:nvSpPr>
            <p:cNvPr id="8" name="object 8"/>
            <p:cNvSpPr/>
            <p:nvPr/>
          </p:nvSpPr>
          <p:spPr>
            <a:xfrm>
              <a:off x="1611630" y="2924048"/>
              <a:ext cx="9029700" cy="0"/>
            </a:xfrm>
            <a:custGeom>
              <a:avLst/>
              <a:gdLst/>
              <a:ahLst/>
              <a:cxnLst/>
              <a:rect l="l" t="t" r="r" b="b"/>
              <a:pathLst>
                <a:path w="9029700">
                  <a:moveTo>
                    <a:pt x="0" y="0"/>
                  </a:moveTo>
                  <a:lnTo>
                    <a:pt x="9029573" y="0"/>
                  </a:lnTo>
                </a:path>
              </a:pathLst>
            </a:custGeom>
            <a:ln w="38100">
              <a:solidFill>
                <a:srgbClr val="4471C4"/>
              </a:solidFill>
            </a:ln>
          </p:spPr>
          <p:txBody>
            <a:bodyPr wrap="square" lIns="0" tIns="0" rIns="0" bIns="0" rtlCol="0"/>
            <a:lstStyle/>
            <a:p>
              <a:endParaRPr/>
            </a:p>
          </p:txBody>
        </p:sp>
        <p:sp>
          <p:nvSpPr>
            <p:cNvPr id="9" name="object 9"/>
            <p:cNvSpPr/>
            <p:nvPr/>
          </p:nvSpPr>
          <p:spPr>
            <a:xfrm>
              <a:off x="1570736" y="2901568"/>
              <a:ext cx="9124315" cy="1592580"/>
            </a:xfrm>
            <a:custGeom>
              <a:avLst/>
              <a:gdLst/>
              <a:ahLst/>
              <a:cxnLst/>
              <a:rect l="l" t="t" r="r" b="b"/>
              <a:pathLst>
                <a:path w="9124315" h="1592579">
                  <a:moveTo>
                    <a:pt x="114300" y="312801"/>
                  </a:moveTo>
                  <a:lnTo>
                    <a:pt x="76200" y="312801"/>
                  </a:lnTo>
                  <a:lnTo>
                    <a:pt x="76200" y="22479"/>
                  </a:lnTo>
                  <a:lnTo>
                    <a:pt x="38100" y="22479"/>
                  </a:lnTo>
                  <a:lnTo>
                    <a:pt x="38100" y="312801"/>
                  </a:lnTo>
                  <a:lnTo>
                    <a:pt x="0" y="312801"/>
                  </a:lnTo>
                  <a:lnTo>
                    <a:pt x="57150" y="427101"/>
                  </a:lnTo>
                  <a:lnTo>
                    <a:pt x="104775" y="331851"/>
                  </a:lnTo>
                  <a:lnTo>
                    <a:pt x="114300" y="312801"/>
                  </a:lnTo>
                  <a:close/>
                </a:path>
                <a:path w="9124315" h="1592579">
                  <a:moveTo>
                    <a:pt x="3597529" y="1477772"/>
                  </a:moveTo>
                  <a:lnTo>
                    <a:pt x="3559429" y="1477772"/>
                  </a:lnTo>
                  <a:lnTo>
                    <a:pt x="3559429" y="37719"/>
                  </a:lnTo>
                  <a:lnTo>
                    <a:pt x="3521329" y="37719"/>
                  </a:lnTo>
                  <a:lnTo>
                    <a:pt x="3521329" y="1477772"/>
                  </a:lnTo>
                  <a:lnTo>
                    <a:pt x="3483229" y="1477772"/>
                  </a:lnTo>
                  <a:lnTo>
                    <a:pt x="3540379" y="1592072"/>
                  </a:lnTo>
                  <a:lnTo>
                    <a:pt x="3588004" y="1496822"/>
                  </a:lnTo>
                  <a:lnTo>
                    <a:pt x="3597529" y="1477772"/>
                  </a:lnTo>
                  <a:close/>
                </a:path>
                <a:path w="9124315" h="1592579">
                  <a:moveTo>
                    <a:pt x="6328410" y="308991"/>
                  </a:moveTo>
                  <a:lnTo>
                    <a:pt x="6290310" y="308991"/>
                  </a:lnTo>
                  <a:lnTo>
                    <a:pt x="6290310" y="18669"/>
                  </a:lnTo>
                  <a:lnTo>
                    <a:pt x="6252210" y="18669"/>
                  </a:lnTo>
                  <a:lnTo>
                    <a:pt x="6252210" y="308991"/>
                  </a:lnTo>
                  <a:lnTo>
                    <a:pt x="6214110" y="308991"/>
                  </a:lnTo>
                  <a:lnTo>
                    <a:pt x="6271260" y="423291"/>
                  </a:lnTo>
                  <a:lnTo>
                    <a:pt x="6318885" y="328041"/>
                  </a:lnTo>
                  <a:lnTo>
                    <a:pt x="6328410" y="308991"/>
                  </a:lnTo>
                  <a:close/>
                </a:path>
                <a:path w="9124315" h="1592579">
                  <a:moveTo>
                    <a:pt x="9123807" y="1440053"/>
                  </a:moveTo>
                  <a:lnTo>
                    <a:pt x="9085707" y="1440053"/>
                  </a:lnTo>
                  <a:lnTo>
                    <a:pt x="9085707" y="0"/>
                  </a:lnTo>
                  <a:lnTo>
                    <a:pt x="9047607" y="0"/>
                  </a:lnTo>
                  <a:lnTo>
                    <a:pt x="9047607" y="1440053"/>
                  </a:lnTo>
                  <a:lnTo>
                    <a:pt x="9009507" y="1440053"/>
                  </a:lnTo>
                  <a:lnTo>
                    <a:pt x="9066657" y="1554353"/>
                  </a:lnTo>
                  <a:lnTo>
                    <a:pt x="9114282" y="1459103"/>
                  </a:lnTo>
                  <a:lnTo>
                    <a:pt x="9123807" y="1440053"/>
                  </a:lnTo>
                  <a:close/>
                </a:path>
              </a:pathLst>
            </a:custGeom>
            <a:solidFill>
              <a:srgbClr val="3E6DC3"/>
            </a:solidFill>
          </p:spPr>
          <p:txBody>
            <a:bodyPr wrap="square" lIns="0" tIns="0" rIns="0" bIns="0" rtlCol="0"/>
            <a:lstStyle/>
            <a:p>
              <a:endParaRPr/>
            </a:p>
          </p:txBody>
        </p:sp>
      </p:grpSp>
      <p:sp>
        <p:nvSpPr>
          <p:cNvPr id="10" name="object 10"/>
          <p:cNvSpPr txBox="1"/>
          <p:nvPr/>
        </p:nvSpPr>
        <p:spPr>
          <a:xfrm>
            <a:off x="6814183" y="3467861"/>
            <a:ext cx="3168017" cy="875240"/>
          </a:xfrm>
          <a:prstGeom prst="rect">
            <a:avLst/>
          </a:prstGeom>
        </p:spPr>
        <p:txBody>
          <a:bodyPr vert="horz" wrap="square" lIns="0" tIns="13335" rIns="0" bIns="0" rtlCol="0">
            <a:spAutoFit/>
          </a:bodyPr>
          <a:lstStyle/>
          <a:p>
            <a:pPr marL="12700">
              <a:lnSpc>
                <a:spcPct val="100000"/>
              </a:lnSpc>
              <a:spcBef>
                <a:spcPts val="105"/>
              </a:spcBef>
            </a:pPr>
            <a:r>
              <a:rPr lang="en-US" sz="1400" b="1" dirty="0">
                <a:latin typeface="Calibri"/>
                <a:cs typeface="Calibri"/>
              </a:rPr>
              <a:t>The West region demonstrates strong overall sales performance, particularly within the Technology and Office Supplies categories.</a:t>
            </a:r>
            <a:endParaRPr sz="1400" dirty="0">
              <a:latin typeface="Calibri"/>
              <a:cs typeface="Calibri"/>
            </a:endParaRPr>
          </a:p>
        </p:txBody>
      </p:sp>
      <p:sp>
        <p:nvSpPr>
          <p:cNvPr id="12" name="object 12"/>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29</a:t>
            </a:fld>
            <a:endParaRPr spc="-25" dirty="0"/>
          </a:p>
        </p:txBody>
      </p:sp>
      <p:sp>
        <p:nvSpPr>
          <p:cNvPr id="11" name="object 11"/>
          <p:cNvSpPr txBox="1"/>
          <p:nvPr/>
        </p:nvSpPr>
        <p:spPr>
          <a:xfrm>
            <a:off x="8839200" y="4635918"/>
            <a:ext cx="3257550" cy="1090042"/>
          </a:xfrm>
          <a:prstGeom prst="rect">
            <a:avLst/>
          </a:prstGeom>
        </p:spPr>
        <p:txBody>
          <a:bodyPr vert="horz" wrap="square" lIns="0" tIns="12700" rIns="0" bIns="0" rtlCol="0">
            <a:spAutoFit/>
          </a:bodyPr>
          <a:lstStyle/>
          <a:p>
            <a:pPr marL="12700" marR="5080">
              <a:lnSpc>
                <a:spcPct val="100000"/>
              </a:lnSpc>
              <a:spcBef>
                <a:spcPts val="100"/>
              </a:spcBef>
            </a:pPr>
            <a:r>
              <a:rPr lang="en-US" sz="1400" b="1" dirty="0">
                <a:latin typeface="Calibri"/>
                <a:cs typeface="Calibri"/>
              </a:rPr>
              <a:t> Although the West is the strongest region, the Central and South regions show a more equal distribution of sales across product categories, suggesting greater consumption diversity.</a:t>
            </a:r>
            <a:endParaRPr sz="1400" dirty="0">
              <a:latin typeface="Calibri"/>
              <a:cs typeface="Calibri"/>
            </a:endParaRPr>
          </a:p>
        </p:txBody>
      </p:sp>
      <p:pic>
        <p:nvPicPr>
          <p:cNvPr id="14" name="Picture 13" descr="A logo of a company&#10;&#10;AI-generated content may be incorrect.">
            <a:extLst>
              <a:ext uri="{FF2B5EF4-FFF2-40B4-BE49-F238E27FC236}">
                <a16:creationId xmlns:a16="http://schemas.microsoft.com/office/drawing/2014/main" id="{63A42E23-F04C-6B07-7AD1-9712DB2BC6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74105-4D2A-553F-63F3-1930F3BD5E70}"/>
              </a:ext>
            </a:extLst>
          </p:cNvPr>
          <p:cNvSpPr>
            <a:spLocks noGrp="1"/>
          </p:cNvSpPr>
          <p:nvPr>
            <p:ph type="title"/>
          </p:nvPr>
        </p:nvSpPr>
        <p:spPr>
          <a:xfrm>
            <a:off x="2162048" y="458851"/>
            <a:ext cx="8458200" cy="830997"/>
          </a:xfrm>
        </p:spPr>
        <p:txBody>
          <a:bodyPr/>
          <a:lstStyle/>
          <a:p>
            <a:r>
              <a:rPr lang="en-US" spc="-555" dirty="0">
                <a:latin typeface="Cambria"/>
                <a:cs typeface="Cambria"/>
              </a:rPr>
              <a:t>                             </a:t>
            </a:r>
            <a:r>
              <a:rPr lang="en-US" u="sng" spc="-555" dirty="0">
                <a:latin typeface="Cambria"/>
                <a:cs typeface="Cambria"/>
              </a:rPr>
              <a:t>Conclusion</a:t>
            </a:r>
            <a:endParaRPr lang="en-US" u="sng" dirty="0"/>
          </a:p>
        </p:txBody>
      </p:sp>
      <p:sp>
        <p:nvSpPr>
          <p:cNvPr id="3" name="Text Placeholder 2">
            <a:extLst>
              <a:ext uri="{FF2B5EF4-FFF2-40B4-BE49-F238E27FC236}">
                <a16:creationId xmlns:a16="http://schemas.microsoft.com/office/drawing/2014/main" id="{980F2613-07A6-E9DB-16B0-85BD92C36233}"/>
              </a:ext>
            </a:extLst>
          </p:cNvPr>
          <p:cNvSpPr>
            <a:spLocks noGrp="1"/>
          </p:cNvSpPr>
          <p:nvPr>
            <p:ph type="body" idx="1"/>
          </p:nvPr>
        </p:nvSpPr>
        <p:spPr>
          <a:xfrm>
            <a:off x="1066800" y="1719980"/>
            <a:ext cx="7263765" cy="830997"/>
          </a:xfrm>
        </p:spPr>
        <p:txBody>
          <a:bodyPr/>
          <a:lstStyle/>
          <a:p>
            <a:r>
              <a:rPr lang="en-US" sz="2000" dirty="0">
                <a:solidFill>
                  <a:srgbClr val="FF0000"/>
                </a:solidFill>
              </a:rPr>
              <a:t>Consumer</a:t>
            </a:r>
            <a:r>
              <a:rPr lang="en-US" sz="2000" spc="-50" dirty="0">
                <a:solidFill>
                  <a:srgbClr val="FF0000"/>
                </a:solidFill>
              </a:rPr>
              <a:t> </a:t>
            </a:r>
            <a:r>
              <a:rPr lang="en-US" sz="2000" dirty="0">
                <a:solidFill>
                  <a:srgbClr val="FF0000"/>
                </a:solidFill>
              </a:rPr>
              <a:t>segment</a:t>
            </a:r>
            <a:r>
              <a:rPr lang="en-US" sz="2000" spc="-50" dirty="0">
                <a:solidFill>
                  <a:srgbClr val="FF0000"/>
                </a:solidFill>
              </a:rPr>
              <a:t> </a:t>
            </a:r>
            <a:r>
              <a:rPr lang="en-US" sz="2000" dirty="0">
                <a:solidFill>
                  <a:srgbClr val="FF0000"/>
                </a:solidFill>
              </a:rPr>
              <a:t>Analysis</a:t>
            </a:r>
            <a:r>
              <a:rPr lang="en-US" sz="2000" spc="-45" dirty="0">
                <a:solidFill>
                  <a:srgbClr val="FF0000"/>
                </a:solidFill>
              </a:rPr>
              <a:t> </a:t>
            </a:r>
            <a:r>
              <a:rPr lang="en-US" sz="2000" dirty="0">
                <a:solidFill>
                  <a:srgbClr val="FF0000"/>
                </a:solidFill>
              </a:rPr>
              <a:t>of</a:t>
            </a:r>
            <a:r>
              <a:rPr lang="en-US" sz="2000" spc="-35" dirty="0">
                <a:solidFill>
                  <a:srgbClr val="FF0000"/>
                </a:solidFill>
              </a:rPr>
              <a:t> </a:t>
            </a:r>
            <a:r>
              <a:rPr lang="en-US" sz="2000" dirty="0">
                <a:solidFill>
                  <a:srgbClr val="FF0000"/>
                </a:solidFill>
              </a:rPr>
              <a:t>the</a:t>
            </a:r>
            <a:r>
              <a:rPr lang="en-US" sz="2000" spc="-40" dirty="0">
                <a:solidFill>
                  <a:srgbClr val="FF0000"/>
                </a:solidFill>
              </a:rPr>
              <a:t> </a:t>
            </a:r>
            <a:r>
              <a:rPr lang="en-US" sz="2000" dirty="0">
                <a:solidFill>
                  <a:srgbClr val="FF0000"/>
                </a:solidFill>
              </a:rPr>
              <a:t>key</a:t>
            </a:r>
            <a:r>
              <a:rPr lang="en-US" sz="2000" spc="-30" dirty="0">
                <a:solidFill>
                  <a:srgbClr val="FF0000"/>
                </a:solidFill>
              </a:rPr>
              <a:t> </a:t>
            </a:r>
            <a:r>
              <a:rPr lang="en-US" sz="2000" dirty="0">
                <a:solidFill>
                  <a:srgbClr val="FF0000"/>
                </a:solidFill>
              </a:rPr>
              <a:t>performance</a:t>
            </a:r>
            <a:r>
              <a:rPr lang="en-US" sz="2000" spc="-30" dirty="0">
                <a:solidFill>
                  <a:srgbClr val="FF0000"/>
                </a:solidFill>
              </a:rPr>
              <a:t> </a:t>
            </a:r>
            <a:r>
              <a:rPr lang="en-US" sz="2000" dirty="0">
                <a:solidFill>
                  <a:srgbClr val="FF0000"/>
                </a:solidFill>
              </a:rPr>
              <a:t>indicators</a:t>
            </a:r>
            <a:r>
              <a:rPr lang="en-US" sz="2000" spc="-65" dirty="0">
                <a:solidFill>
                  <a:srgbClr val="FF0000"/>
                </a:solidFill>
              </a:rPr>
              <a:t> </a:t>
            </a:r>
            <a:r>
              <a:rPr lang="en-US" sz="2000" dirty="0">
                <a:solidFill>
                  <a:srgbClr val="FF0000"/>
                </a:solidFill>
              </a:rPr>
              <a:t>(KPIs)</a:t>
            </a:r>
            <a:r>
              <a:rPr lang="en-US" sz="2000" spc="-30" dirty="0">
                <a:solidFill>
                  <a:srgbClr val="FF0000"/>
                </a:solidFill>
              </a:rPr>
              <a:t> </a:t>
            </a:r>
            <a:r>
              <a:rPr lang="en-US" sz="2000" dirty="0">
                <a:solidFill>
                  <a:srgbClr val="FF0000"/>
                </a:solidFill>
              </a:rPr>
              <a:t>reveals</a:t>
            </a:r>
            <a:r>
              <a:rPr lang="en-US" sz="2000" spc="-30" dirty="0">
                <a:solidFill>
                  <a:srgbClr val="FF0000"/>
                </a:solidFill>
              </a:rPr>
              <a:t> </a:t>
            </a:r>
            <a:r>
              <a:rPr lang="en-US" sz="2000" spc="-10" dirty="0">
                <a:solidFill>
                  <a:srgbClr val="FF0000"/>
                </a:solidFill>
              </a:rPr>
              <a:t>several </a:t>
            </a:r>
            <a:r>
              <a:rPr lang="en-US" sz="2000" dirty="0">
                <a:solidFill>
                  <a:srgbClr val="FF0000"/>
                </a:solidFill>
              </a:rPr>
              <a:t>important</a:t>
            </a:r>
            <a:r>
              <a:rPr lang="en-US" sz="2000" spc="-35" dirty="0">
                <a:solidFill>
                  <a:srgbClr val="FF0000"/>
                </a:solidFill>
              </a:rPr>
              <a:t> </a:t>
            </a:r>
            <a:r>
              <a:rPr lang="en-US" sz="2000" spc="-10" dirty="0">
                <a:solidFill>
                  <a:srgbClr val="FF0000"/>
                </a:solidFill>
              </a:rPr>
              <a:t>insights:</a:t>
            </a:r>
            <a:endParaRPr lang="en-US" sz="2000" dirty="0"/>
          </a:p>
          <a:p>
            <a:endParaRPr lang="en-US" dirty="0"/>
          </a:p>
        </p:txBody>
      </p:sp>
      <p:sp>
        <p:nvSpPr>
          <p:cNvPr id="7" name="TextBox 6">
            <a:extLst>
              <a:ext uri="{FF2B5EF4-FFF2-40B4-BE49-F238E27FC236}">
                <a16:creationId xmlns:a16="http://schemas.microsoft.com/office/drawing/2014/main" id="{9E37C7C2-4F3C-AD78-8834-C01C9B566806}"/>
              </a:ext>
            </a:extLst>
          </p:cNvPr>
          <p:cNvSpPr txBox="1"/>
          <p:nvPr/>
        </p:nvSpPr>
        <p:spPr>
          <a:xfrm>
            <a:off x="4019232" y="2611777"/>
            <a:ext cx="3368040" cy="369332"/>
          </a:xfrm>
          <a:prstGeom prst="rect">
            <a:avLst/>
          </a:prstGeom>
          <a:noFill/>
        </p:spPr>
        <p:txBody>
          <a:bodyPr wrap="square" rtlCol="0">
            <a:spAutoFit/>
          </a:bodyPr>
          <a:lstStyle/>
          <a:p>
            <a:pPr marL="732790" lvl="1">
              <a:lnSpc>
                <a:spcPct val="100000"/>
              </a:lnSpc>
              <a:tabLst>
                <a:tab pos="1019175" algn="l"/>
              </a:tabLst>
            </a:pPr>
            <a:r>
              <a:rPr lang="en-US" sz="1800" b="1" spc="-10" dirty="0">
                <a:latin typeface="Calibri"/>
                <a:cs typeface="Calibri"/>
              </a:rPr>
              <a:t>4- </a:t>
            </a:r>
            <a:r>
              <a:rPr lang="en-US" sz="1600" b="1" spc="-10" dirty="0">
                <a:latin typeface="Calibri"/>
                <a:cs typeface="Calibri"/>
              </a:rPr>
              <a:t>Shipping Analysis</a:t>
            </a:r>
            <a:endParaRPr lang="en-US" sz="1600" dirty="0">
              <a:latin typeface="Calibri"/>
              <a:cs typeface="Calibri"/>
            </a:endParaRPr>
          </a:p>
        </p:txBody>
      </p:sp>
      <p:grpSp>
        <p:nvGrpSpPr>
          <p:cNvPr id="8" name="object 13">
            <a:extLst>
              <a:ext uri="{FF2B5EF4-FFF2-40B4-BE49-F238E27FC236}">
                <a16:creationId xmlns:a16="http://schemas.microsoft.com/office/drawing/2014/main" id="{EED78331-4330-9DB6-B471-3508909F9E50}"/>
              </a:ext>
            </a:extLst>
          </p:cNvPr>
          <p:cNvGrpSpPr/>
          <p:nvPr/>
        </p:nvGrpSpPr>
        <p:grpSpPr>
          <a:xfrm>
            <a:off x="1533842" y="3352800"/>
            <a:ext cx="9124315" cy="1592580"/>
            <a:chOff x="1406905" y="2901569"/>
            <a:chExt cx="9124315" cy="1592580"/>
          </a:xfrm>
        </p:grpSpPr>
        <p:sp>
          <p:nvSpPr>
            <p:cNvPr id="9" name="object 14">
              <a:extLst>
                <a:ext uri="{FF2B5EF4-FFF2-40B4-BE49-F238E27FC236}">
                  <a16:creationId xmlns:a16="http://schemas.microsoft.com/office/drawing/2014/main" id="{8B1B7D40-CA35-D134-1269-886E68B97E31}"/>
                </a:ext>
              </a:extLst>
            </p:cNvPr>
            <p:cNvSpPr/>
            <p:nvPr/>
          </p:nvSpPr>
          <p:spPr>
            <a:xfrm>
              <a:off x="1447799" y="2924048"/>
              <a:ext cx="9029700" cy="0"/>
            </a:xfrm>
            <a:custGeom>
              <a:avLst/>
              <a:gdLst/>
              <a:ahLst/>
              <a:cxnLst/>
              <a:rect l="l" t="t" r="r" b="b"/>
              <a:pathLst>
                <a:path w="9029700">
                  <a:moveTo>
                    <a:pt x="0" y="0"/>
                  </a:moveTo>
                  <a:lnTo>
                    <a:pt x="9029573" y="0"/>
                  </a:lnTo>
                </a:path>
              </a:pathLst>
            </a:custGeom>
            <a:ln w="38100">
              <a:solidFill>
                <a:srgbClr val="4471C4"/>
              </a:solidFill>
            </a:ln>
          </p:spPr>
          <p:txBody>
            <a:bodyPr wrap="square" lIns="0" tIns="0" rIns="0" bIns="0" rtlCol="0"/>
            <a:lstStyle/>
            <a:p>
              <a:endParaRPr/>
            </a:p>
          </p:txBody>
        </p:sp>
        <p:sp>
          <p:nvSpPr>
            <p:cNvPr id="10" name="object 15">
              <a:extLst>
                <a:ext uri="{FF2B5EF4-FFF2-40B4-BE49-F238E27FC236}">
                  <a16:creationId xmlns:a16="http://schemas.microsoft.com/office/drawing/2014/main" id="{24FA827F-0F99-7FC7-DC04-8F876E06D77B}"/>
                </a:ext>
              </a:extLst>
            </p:cNvPr>
            <p:cNvSpPr/>
            <p:nvPr/>
          </p:nvSpPr>
          <p:spPr>
            <a:xfrm>
              <a:off x="1406906" y="2901568"/>
              <a:ext cx="9124315" cy="1592580"/>
            </a:xfrm>
            <a:custGeom>
              <a:avLst/>
              <a:gdLst/>
              <a:ahLst/>
              <a:cxnLst/>
              <a:rect l="l" t="t" r="r" b="b"/>
              <a:pathLst>
                <a:path w="9124315" h="1592579">
                  <a:moveTo>
                    <a:pt x="114300" y="312801"/>
                  </a:moveTo>
                  <a:lnTo>
                    <a:pt x="76200" y="312801"/>
                  </a:lnTo>
                  <a:lnTo>
                    <a:pt x="76200" y="22479"/>
                  </a:lnTo>
                  <a:lnTo>
                    <a:pt x="38100" y="22479"/>
                  </a:lnTo>
                  <a:lnTo>
                    <a:pt x="38100" y="312801"/>
                  </a:lnTo>
                  <a:lnTo>
                    <a:pt x="0" y="312801"/>
                  </a:lnTo>
                  <a:lnTo>
                    <a:pt x="57150" y="427101"/>
                  </a:lnTo>
                  <a:lnTo>
                    <a:pt x="104775" y="331851"/>
                  </a:lnTo>
                  <a:lnTo>
                    <a:pt x="114300" y="312801"/>
                  </a:lnTo>
                  <a:close/>
                </a:path>
                <a:path w="9124315" h="1592579">
                  <a:moveTo>
                    <a:pt x="3597529" y="1477772"/>
                  </a:moveTo>
                  <a:lnTo>
                    <a:pt x="3559429" y="1477772"/>
                  </a:lnTo>
                  <a:lnTo>
                    <a:pt x="3559429" y="37719"/>
                  </a:lnTo>
                  <a:lnTo>
                    <a:pt x="3521329" y="37719"/>
                  </a:lnTo>
                  <a:lnTo>
                    <a:pt x="3521329" y="1477772"/>
                  </a:lnTo>
                  <a:lnTo>
                    <a:pt x="3483229" y="1477772"/>
                  </a:lnTo>
                  <a:lnTo>
                    <a:pt x="3540379" y="1592072"/>
                  </a:lnTo>
                  <a:lnTo>
                    <a:pt x="3588004" y="1496822"/>
                  </a:lnTo>
                  <a:lnTo>
                    <a:pt x="3597529" y="1477772"/>
                  </a:lnTo>
                  <a:close/>
                </a:path>
                <a:path w="9124315" h="1592579">
                  <a:moveTo>
                    <a:pt x="6328410" y="308991"/>
                  </a:moveTo>
                  <a:lnTo>
                    <a:pt x="6290310" y="308991"/>
                  </a:lnTo>
                  <a:lnTo>
                    <a:pt x="6290310" y="18669"/>
                  </a:lnTo>
                  <a:lnTo>
                    <a:pt x="6252210" y="18669"/>
                  </a:lnTo>
                  <a:lnTo>
                    <a:pt x="6252210" y="308991"/>
                  </a:lnTo>
                  <a:lnTo>
                    <a:pt x="6214110" y="308991"/>
                  </a:lnTo>
                  <a:lnTo>
                    <a:pt x="6271260" y="423291"/>
                  </a:lnTo>
                  <a:lnTo>
                    <a:pt x="6318885" y="328041"/>
                  </a:lnTo>
                  <a:lnTo>
                    <a:pt x="6328410" y="308991"/>
                  </a:lnTo>
                  <a:close/>
                </a:path>
                <a:path w="9124315" h="1592579">
                  <a:moveTo>
                    <a:pt x="9123807" y="1440053"/>
                  </a:moveTo>
                  <a:lnTo>
                    <a:pt x="9085707" y="1440053"/>
                  </a:lnTo>
                  <a:lnTo>
                    <a:pt x="9085707" y="0"/>
                  </a:lnTo>
                  <a:lnTo>
                    <a:pt x="9047607" y="0"/>
                  </a:lnTo>
                  <a:lnTo>
                    <a:pt x="9047607" y="1440053"/>
                  </a:lnTo>
                  <a:lnTo>
                    <a:pt x="9009507" y="1440053"/>
                  </a:lnTo>
                  <a:lnTo>
                    <a:pt x="9066657" y="1554353"/>
                  </a:lnTo>
                  <a:lnTo>
                    <a:pt x="9114282" y="1459103"/>
                  </a:lnTo>
                  <a:lnTo>
                    <a:pt x="9123807" y="1440053"/>
                  </a:lnTo>
                  <a:close/>
                </a:path>
              </a:pathLst>
            </a:custGeom>
            <a:solidFill>
              <a:srgbClr val="3E6DC3"/>
            </a:solidFill>
          </p:spPr>
          <p:txBody>
            <a:bodyPr wrap="square" lIns="0" tIns="0" rIns="0" bIns="0" rtlCol="0"/>
            <a:lstStyle/>
            <a:p>
              <a:endParaRPr/>
            </a:p>
          </p:txBody>
        </p:sp>
      </p:grpSp>
      <p:sp>
        <p:nvSpPr>
          <p:cNvPr id="11" name="TextBox 10">
            <a:extLst>
              <a:ext uri="{FF2B5EF4-FFF2-40B4-BE49-F238E27FC236}">
                <a16:creationId xmlns:a16="http://schemas.microsoft.com/office/drawing/2014/main" id="{5F97EBDA-B983-2B87-F82E-B876A35EDBF2}"/>
              </a:ext>
            </a:extLst>
          </p:cNvPr>
          <p:cNvSpPr txBox="1"/>
          <p:nvPr/>
        </p:nvSpPr>
        <p:spPr>
          <a:xfrm>
            <a:off x="685800" y="3983858"/>
            <a:ext cx="2540064" cy="523220"/>
          </a:xfrm>
          <a:prstGeom prst="rect">
            <a:avLst/>
          </a:prstGeom>
          <a:noFill/>
        </p:spPr>
        <p:txBody>
          <a:bodyPr wrap="square" rtlCol="0">
            <a:spAutoFit/>
          </a:bodyPr>
          <a:lstStyle/>
          <a:p>
            <a:r>
              <a:rPr lang="en-US" sz="1400" b="1" dirty="0">
                <a:latin typeface="Calibri"/>
                <a:cs typeface="Calibri"/>
              </a:rPr>
              <a:t>The total shipping cost reached $1.44 million</a:t>
            </a:r>
            <a:endParaRPr lang="en-US" sz="1400" dirty="0"/>
          </a:p>
        </p:txBody>
      </p:sp>
      <p:sp>
        <p:nvSpPr>
          <p:cNvPr id="12" name="TextBox 11">
            <a:extLst>
              <a:ext uri="{FF2B5EF4-FFF2-40B4-BE49-F238E27FC236}">
                <a16:creationId xmlns:a16="http://schemas.microsoft.com/office/drawing/2014/main" id="{016CDE26-11D4-F5BF-2C47-CFC530F6E15D}"/>
              </a:ext>
            </a:extLst>
          </p:cNvPr>
          <p:cNvSpPr txBox="1"/>
          <p:nvPr/>
        </p:nvSpPr>
        <p:spPr>
          <a:xfrm>
            <a:off x="3810000" y="4967859"/>
            <a:ext cx="2743200" cy="523220"/>
          </a:xfrm>
          <a:prstGeom prst="rect">
            <a:avLst/>
          </a:prstGeom>
          <a:noFill/>
        </p:spPr>
        <p:txBody>
          <a:bodyPr wrap="square" rtlCol="0">
            <a:spAutoFit/>
          </a:bodyPr>
          <a:lstStyle/>
          <a:p>
            <a:pPr marL="12700" marR="5080">
              <a:lnSpc>
                <a:spcPct val="100000"/>
              </a:lnSpc>
              <a:spcBef>
                <a:spcPts val="100"/>
              </a:spcBef>
            </a:pPr>
            <a:r>
              <a:rPr lang="en-US" sz="1400" b="1" dirty="0">
                <a:latin typeface="Calibri"/>
                <a:cs typeface="Calibri"/>
              </a:rPr>
              <a:t>The Technology category bears the highest shipping costs.</a:t>
            </a:r>
            <a:endParaRPr lang="en-US" sz="1400" dirty="0">
              <a:latin typeface="Calibri"/>
              <a:cs typeface="Calibri"/>
            </a:endParaRPr>
          </a:p>
        </p:txBody>
      </p:sp>
      <p:sp>
        <p:nvSpPr>
          <p:cNvPr id="13" name="TextBox 12">
            <a:extLst>
              <a:ext uri="{FF2B5EF4-FFF2-40B4-BE49-F238E27FC236}">
                <a16:creationId xmlns:a16="http://schemas.microsoft.com/office/drawing/2014/main" id="{10DDF123-7C9D-1C58-6950-58D51E0F8530}"/>
              </a:ext>
            </a:extLst>
          </p:cNvPr>
          <p:cNvSpPr txBox="1"/>
          <p:nvPr/>
        </p:nvSpPr>
        <p:spPr>
          <a:xfrm>
            <a:off x="6858000" y="3983858"/>
            <a:ext cx="3276600" cy="523220"/>
          </a:xfrm>
          <a:prstGeom prst="rect">
            <a:avLst/>
          </a:prstGeom>
          <a:noFill/>
        </p:spPr>
        <p:txBody>
          <a:bodyPr wrap="square" rtlCol="0">
            <a:spAutoFit/>
          </a:bodyPr>
          <a:lstStyle/>
          <a:p>
            <a:pPr marL="12700">
              <a:lnSpc>
                <a:spcPct val="100000"/>
              </a:lnSpc>
              <a:spcBef>
                <a:spcPts val="105"/>
              </a:spcBef>
            </a:pPr>
            <a:r>
              <a:rPr lang="en-US" sz="1400" b="1" dirty="0">
                <a:latin typeface="Calibri"/>
                <a:cs typeface="Calibri"/>
              </a:rPr>
              <a:t>The Standard Class shipping mode is the most common choice among customers</a:t>
            </a:r>
            <a:r>
              <a:rPr lang="en-US" sz="1400" b="1" spc="-10" dirty="0">
                <a:latin typeface="Calibri"/>
                <a:cs typeface="Calibri"/>
              </a:rPr>
              <a:t>.</a:t>
            </a:r>
            <a:endParaRPr lang="en-US" sz="1400" dirty="0">
              <a:latin typeface="Calibri"/>
              <a:cs typeface="Calibri"/>
            </a:endParaRPr>
          </a:p>
        </p:txBody>
      </p:sp>
      <p:sp>
        <p:nvSpPr>
          <p:cNvPr id="14" name="TextBox 13">
            <a:extLst>
              <a:ext uri="{FF2B5EF4-FFF2-40B4-BE49-F238E27FC236}">
                <a16:creationId xmlns:a16="http://schemas.microsoft.com/office/drawing/2014/main" id="{56818FA1-8F7B-D531-9322-A8A071177DD5}"/>
              </a:ext>
            </a:extLst>
          </p:cNvPr>
          <p:cNvSpPr txBox="1"/>
          <p:nvPr/>
        </p:nvSpPr>
        <p:spPr>
          <a:xfrm>
            <a:off x="9982200" y="4876802"/>
            <a:ext cx="2362200" cy="738664"/>
          </a:xfrm>
          <a:prstGeom prst="rect">
            <a:avLst/>
          </a:prstGeom>
          <a:noFill/>
        </p:spPr>
        <p:txBody>
          <a:bodyPr wrap="square" rtlCol="0">
            <a:spAutoFit/>
          </a:bodyPr>
          <a:lstStyle/>
          <a:p>
            <a:pPr marL="12700" marR="5080">
              <a:lnSpc>
                <a:spcPct val="100000"/>
              </a:lnSpc>
              <a:spcBef>
                <a:spcPts val="100"/>
              </a:spcBef>
            </a:pPr>
            <a:r>
              <a:rPr lang="en-US" sz="1400" b="1" dirty="0">
                <a:latin typeface="Calibri"/>
                <a:cs typeface="Calibri"/>
              </a:rPr>
              <a:t>Shipped orders are heavily concentrated in the West and East regions</a:t>
            </a:r>
            <a:r>
              <a:rPr lang="en-US" sz="1400" b="1" spc="-10" dirty="0">
                <a:latin typeface="Calibri"/>
                <a:cs typeface="Calibri"/>
              </a:rPr>
              <a:t>.</a:t>
            </a:r>
            <a:endParaRPr lang="en-US" sz="1400" dirty="0">
              <a:latin typeface="Calibri"/>
              <a:cs typeface="Calibri"/>
            </a:endParaRPr>
          </a:p>
        </p:txBody>
      </p:sp>
      <p:sp>
        <p:nvSpPr>
          <p:cNvPr id="4" name="Rectangle 3">
            <a:extLst>
              <a:ext uri="{FF2B5EF4-FFF2-40B4-BE49-F238E27FC236}">
                <a16:creationId xmlns:a16="http://schemas.microsoft.com/office/drawing/2014/main" id="{F94B2899-B899-4F23-80B0-0B6EA65FBC22}"/>
              </a:ext>
            </a:extLst>
          </p:cNvPr>
          <p:cNvSpPr/>
          <p:nvPr/>
        </p:nvSpPr>
        <p:spPr>
          <a:xfrm>
            <a:off x="1611078" y="6399149"/>
            <a:ext cx="1175322" cy="300339"/>
          </a:xfrm>
          <a:prstGeom prst="rect">
            <a:avLst/>
          </a:prstGeom>
        </p:spPr>
        <p:txBody>
          <a:bodyPr wrap="none">
            <a:spAutoFit/>
          </a:bodyPr>
          <a:lstStyle/>
          <a:p>
            <a:pPr marL="12700">
              <a:lnSpc>
                <a:spcPts val="1620"/>
              </a:lnSpc>
            </a:pPr>
            <a:r>
              <a:rPr lang="en-US" sz="1600" spc="-10" dirty="0">
                <a:solidFill>
                  <a:schemeClr val="bg1"/>
                </a:solidFill>
                <a:latin typeface="+mj-lt"/>
              </a:rPr>
              <a:t>11/20/2025</a:t>
            </a:r>
          </a:p>
        </p:txBody>
      </p:sp>
    </p:spTree>
    <p:extLst>
      <p:ext uri="{BB962C8B-B14F-4D97-AF65-F5344CB8AC3E}">
        <p14:creationId xmlns:p14="http://schemas.microsoft.com/office/powerpoint/2010/main" val="3204432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6529" y="3111449"/>
            <a:ext cx="6449695" cy="848994"/>
          </a:xfrm>
          <a:prstGeom prst="rect">
            <a:avLst/>
          </a:prstGeom>
        </p:spPr>
        <p:txBody>
          <a:bodyPr vert="horz" wrap="square" lIns="0" tIns="12700" rIns="0" bIns="0" rtlCol="0">
            <a:spAutoFit/>
          </a:bodyPr>
          <a:lstStyle/>
          <a:p>
            <a:pPr marL="12700">
              <a:lnSpc>
                <a:spcPct val="100000"/>
              </a:lnSpc>
              <a:spcBef>
                <a:spcPts val="100"/>
              </a:spcBef>
            </a:pPr>
            <a:r>
              <a:rPr spc="-114" dirty="0">
                <a:latin typeface="Georgia"/>
                <a:cs typeface="Georgia"/>
              </a:rPr>
              <a:t>Recommendations</a:t>
            </a:r>
          </a:p>
        </p:txBody>
      </p:sp>
      <p:sp>
        <p:nvSpPr>
          <p:cNvPr id="3" name="object 3"/>
          <p:cNvSpPr/>
          <p:nvPr/>
        </p:nvSpPr>
        <p:spPr>
          <a:xfrm>
            <a:off x="2728848" y="3882771"/>
            <a:ext cx="6421120" cy="71755"/>
          </a:xfrm>
          <a:custGeom>
            <a:avLst/>
            <a:gdLst/>
            <a:ahLst/>
            <a:cxnLst/>
            <a:rect l="l" t="t" r="r" b="b"/>
            <a:pathLst>
              <a:path w="6421120" h="71754">
                <a:moveTo>
                  <a:pt x="6420611" y="0"/>
                </a:moveTo>
                <a:lnTo>
                  <a:pt x="0" y="0"/>
                </a:lnTo>
                <a:lnTo>
                  <a:pt x="0" y="71627"/>
                </a:lnTo>
                <a:lnTo>
                  <a:pt x="6420611" y="71627"/>
                </a:lnTo>
                <a:lnTo>
                  <a:pt x="6420611" y="0"/>
                </a:lnTo>
                <a:close/>
              </a:path>
            </a:pathLst>
          </a:custGeom>
          <a:solidFill>
            <a:srgbClr val="006FC0"/>
          </a:solidFill>
        </p:spPr>
        <p:txBody>
          <a:bodyPr wrap="square" lIns="0" tIns="0" rIns="0" bIns="0" rtlCol="0"/>
          <a:lstStyle/>
          <a:p>
            <a:endParaRPr/>
          </a:p>
        </p:txBody>
      </p:sp>
      <p:sp>
        <p:nvSpPr>
          <p:cNvPr id="4" name="object 4"/>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31</a:t>
            </a:fld>
            <a:endParaRPr spc="-25" dirty="0"/>
          </a:p>
        </p:txBody>
      </p:sp>
      <p:pic>
        <p:nvPicPr>
          <p:cNvPr id="6" name="Picture 5" descr="A logo of a company&#10;&#10;AI-generated content may be incorrect.">
            <a:extLst>
              <a:ext uri="{FF2B5EF4-FFF2-40B4-BE49-F238E27FC236}">
                <a16:creationId xmlns:a16="http://schemas.microsoft.com/office/drawing/2014/main" id="{C8C2780D-80F3-21A0-3845-E768C09CE0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1125" rIns="0" bIns="0" rtlCol="0">
            <a:spAutoFit/>
          </a:bodyPr>
          <a:lstStyle/>
          <a:p>
            <a:pPr marL="955675">
              <a:lnSpc>
                <a:spcPct val="100000"/>
              </a:lnSpc>
              <a:spcBef>
                <a:spcPts val="100"/>
              </a:spcBef>
            </a:pPr>
            <a:r>
              <a:rPr spc="-95" dirty="0"/>
              <a:t>Recommendations</a:t>
            </a:r>
          </a:p>
        </p:txBody>
      </p:sp>
      <p:sp>
        <p:nvSpPr>
          <p:cNvPr id="3" name="object 3"/>
          <p:cNvSpPr/>
          <p:nvPr/>
        </p:nvSpPr>
        <p:spPr>
          <a:xfrm>
            <a:off x="3117850" y="1328547"/>
            <a:ext cx="5956300" cy="71755"/>
          </a:xfrm>
          <a:custGeom>
            <a:avLst/>
            <a:gdLst/>
            <a:ahLst/>
            <a:cxnLst/>
            <a:rect l="l" t="t" r="r" b="b"/>
            <a:pathLst>
              <a:path w="5956300" h="71755">
                <a:moveTo>
                  <a:pt x="5955792" y="0"/>
                </a:moveTo>
                <a:lnTo>
                  <a:pt x="0" y="0"/>
                </a:lnTo>
                <a:lnTo>
                  <a:pt x="0" y="71627"/>
                </a:lnTo>
                <a:lnTo>
                  <a:pt x="5955792" y="71627"/>
                </a:lnTo>
                <a:lnTo>
                  <a:pt x="5955792" y="0"/>
                </a:lnTo>
                <a:close/>
              </a:path>
            </a:pathLst>
          </a:custGeom>
          <a:solidFill>
            <a:srgbClr val="006FC0"/>
          </a:solidFill>
        </p:spPr>
        <p:txBody>
          <a:bodyPr wrap="square" lIns="0" tIns="0" rIns="0" bIns="0" rtlCol="0"/>
          <a:lstStyle/>
          <a:p>
            <a:endParaRPr/>
          </a:p>
        </p:txBody>
      </p:sp>
      <p:sp>
        <p:nvSpPr>
          <p:cNvPr id="4" name="object 4"/>
          <p:cNvSpPr txBox="1">
            <a:spLocks noGrp="1"/>
          </p:cNvSpPr>
          <p:nvPr>
            <p:ph type="body" idx="1"/>
          </p:nvPr>
        </p:nvSpPr>
        <p:spPr>
          <a:xfrm>
            <a:off x="1143000" y="2003412"/>
            <a:ext cx="7263765" cy="3418243"/>
          </a:xfrm>
          <a:prstGeom prst="rect">
            <a:avLst/>
          </a:prstGeom>
        </p:spPr>
        <p:txBody>
          <a:bodyPr vert="horz" wrap="square" lIns="0" tIns="12065" rIns="0" bIns="0" rtlCol="0">
            <a:spAutoFit/>
          </a:bodyPr>
          <a:lstStyle/>
          <a:p>
            <a:pPr marL="12700">
              <a:lnSpc>
                <a:spcPct val="100000"/>
              </a:lnSpc>
              <a:spcBef>
                <a:spcPts val="95"/>
              </a:spcBef>
            </a:pPr>
            <a:r>
              <a:rPr lang="en-US" sz="1600" dirty="0">
                <a:solidFill>
                  <a:srgbClr val="047953"/>
                </a:solidFill>
              </a:rPr>
              <a:t>Seasonality &amp; Marketing: </a:t>
            </a:r>
            <a:r>
              <a:rPr lang="en-US" sz="1600" dirty="0"/>
              <a:t>Move 45–50% of the entire yearly marketing budget to Q4.</a:t>
            </a:r>
          </a:p>
          <a:p>
            <a:pPr marL="12700">
              <a:lnSpc>
                <a:spcPct val="100000"/>
              </a:lnSpc>
              <a:spcBef>
                <a:spcPts val="95"/>
              </a:spcBef>
            </a:pPr>
            <a:endParaRPr sz="1600" dirty="0"/>
          </a:p>
          <a:p>
            <a:pPr marL="12700">
              <a:lnSpc>
                <a:spcPct val="100000"/>
              </a:lnSpc>
              <a:spcBef>
                <a:spcPts val="5"/>
              </a:spcBef>
            </a:pPr>
            <a:r>
              <a:rPr lang="en-US" sz="1600" dirty="0">
                <a:solidFill>
                  <a:srgbClr val="047953"/>
                </a:solidFill>
              </a:rPr>
              <a:t>Product Portfolio: </a:t>
            </a:r>
            <a:r>
              <a:rPr lang="en-US" sz="1600" dirty="0"/>
              <a:t>Create a “Hero Products” list (top 50 SKUs) and give them 80% of promotions, homepage space, and bundles.</a:t>
            </a:r>
            <a:endParaRPr sz="1600" dirty="0"/>
          </a:p>
          <a:p>
            <a:pPr>
              <a:lnSpc>
                <a:spcPct val="100000"/>
              </a:lnSpc>
              <a:spcBef>
                <a:spcPts val="955"/>
              </a:spcBef>
            </a:pPr>
            <a:endParaRPr sz="1600" dirty="0"/>
          </a:p>
          <a:p>
            <a:pPr marL="12700">
              <a:lnSpc>
                <a:spcPct val="100000"/>
              </a:lnSpc>
            </a:pPr>
            <a:r>
              <a:rPr lang="en-US" sz="1600" dirty="0">
                <a:solidFill>
                  <a:srgbClr val="047953"/>
                </a:solidFill>
              </a:rPr>
              <a:t>Customer Concentration</a:t>
            </a:r>
            <a:r>
              <a:rPr sz="1600" dirty="0">
                <a:solidFill>
                  <a:srgbClr val="047953"/>
                </a:solidFill>
              </a:rPr>
              <a:t>:</a:t>
            </a:r>
            <a:r>
              <a:rPr sz="1600" spc="5" dirty="0">
                <a:solidFill>
                  <a:srgbClr val="047953"/>
                </a:solidFill>
              </a:rPr>
              <a:t> </a:t>
            </a:r>
            <a:r>
              <a:rPr lang="en-US" sz="1600" dirty="0"/>
              <a:t>Immediately launch a VIP/Key Account program for top 50 customers (personal manager, exclusive offers).</a:t>
            </a:r>
          </a:p>
          <a:p>
            <a:pPr marL="12700">
              <a:lnSpc>
                <a:spcPct val="100000"/>
              </a:lnSpc>
            </a:pPr>
            <a:endParaRPr lang="en-US" sz="1600" dirty="0">
              <a:solidFill>
                <a:srgbClr val="047953"/>
              </a:solidFill>
            </a:endParaRPr>
          </a:p>
          <a:p>
            <a:pPr marL="12700">
              <a:lnSpc>
                <a:spcPct val="100000"/>
              </a:lnSpc>
            </a:pPr>
            <a:r>
              <a:rPr lang="en-US" sz="1600" dirty="0">
                <a:solidFill>
                  <a:srgbClr val="047953"/>
                </a:solidFill>
              </a:rPr>
              <a:t>Shipping &amp; Costs: </a:t>
            </a:r>
            <a:r>
              <a:rPr lang="en-US" sz="1600" dirty="0"/>
              <a:t> Raise free shipping threshold from the current level to $149–$199</a:t>
            </a:r>
            <a:r>
              <a:rPr sz="1600" spc="-10" dirty="0"/>
              <a:t>.</a:t>
            </a:r>
            <a:endParaRPr sz="1600" dirty="0"/>
          </a:p>
          <a:p>
            <a:pPr>
              <a:lnSpc>
                <a:spcPct val="100000"/>
              </a:lnSpc>
              <a:spcBef>
                <a:spcPts val="459"/>
              </a:spcBef>
            </a:pPr>
            <a:endParaRPr sz="1600" dirty="0"/>
          </a:p>
          <a:p>
            <a:pPr marL="12700">
              <a:lnSpc>
                <a:spcPct val="100000"/>
              </a:lnSpc>
            </a:pPr>
            <a:r>
              <a:rPr lang="en-US" sz="1600" dirty="0">
                <a:solidFill>
                  <a:srgbClr val="047953"/>
                </a:solidFill>
              </a:rPr>
              <a:t>Geographic Focus: </a:t>
            </a:r>
            <a:r>
              <a:rPr lang="en-US" sz="1600" dirty="0"/>
              <a:t>Allocate 40%+ of marketing to West + run Texas-specific campaigns (local ads, influencers).</a:t>
            </a:r>
          </a:p>
          <a:p>
            <a:pPr marL="12700">
              <a:lnSpc>
                <a:spcPct val="100000"/>
              </a:lnSpc>
            </a:pPr>
            <a:endParaRPr lang="en-US" sz="1600" dirty="0">
              <a:solidFill>
                <a:srgbClr val="047953"/>
              </a:solidFill>
            </a:endParaRPr>
          </a:p>
        </p:txBody>
      </p:sp>
      <p:sp>
        <p:nvSpPr>
          <p:cNvPr id="5" name="object 5"/>
          <p:cNvSpPr txBox="1">
            <a:spLocks noGrp="1"/>
          </p:cNvSpPr>
          <p:nvPr>
            <p:ph type="ftr" sz="quarter" idx="5"/>
          </p:nvPr>
        </p:nvSpPr>
        <p:spPr>
          <a:xfrm>
            <a:off x="1756263" y="6449894"/>
            <a:ext cx="1209675"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32</a:t>
            </a:fld>
            <a:endParaRPr spc="-25" dirty="0"/>
          </a:p>
        </p:txBody>
      </p:sp>
      <p:pic>
        <p:nvPicPr>
          <p:cNvPr id="7" name="Picture 6" descr="A logo of a company&#10;&#10;AI-generated content may be incorrect.">
            <a:extLst>
              <a:ext uri="{FF2B5EF4-FFF2-40B4-BE49-F238E27FC236}">
                <a16:creationId xmlns:a16="http://schemas.microsoft.com/office/drawing/2014/main" id="{A083BEB8-78BD-A595-E509-6EB9F2709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675928" y="1828736"/>
            <a:ext cx="3205480" cy="3852545"/>
          </a:xfrm>
          <a:custGeom>
            <a:avLst/>
            <a:gdLst/>
            <a:ahLst/>
            <a:cxnLst/>
            <a:rect l="l" t="t" r="r" b="b"/>
            <a:pathLst>
              <a:path w="3205479" h="3852545">
                <a:moveTo>
                  <a:pt x="1599234" y="466471"/>
                </a:moveTo>
                <a:lnTo>
                  <a:pt x="1596961" y="418782"/>
                </a:lnTo>
                <a:lnTo>
                  <a:pt x="1590268" y="372478"/>
                </a:lnTo>
                <a:lnTo>
                  <a:pt x="1579384" y="327774"/>
                </a:lnTo>
                <a:lnTo>
                  <a:pt x="1564525" y="284924"/>
                </a:lnTo>
                <a:lnTo>
                  <a:pt x="1545932" y="244144"/>
                </a:lnTo>
                <a:lnTo>
                  <a:pt x="1523809" y="205689"/>
                </a:lnTo>
                <a:lnTo>
                  <a:pt x="1498384" y="169773"/>
                </a:lnTo>
                <a:lnTo>
                  <a:pt x="1469872" y="136652"/>
                </a:lnTo>
                <a:lnTo>
                  <a:pt x="1438503" y="106540"/>
                </a:lnTo>
                <a:lnTo>
                  <a:pt x="1404505" y="79679"/>
                </a:lnTo>
                <a:lnTo>
                  <a:pt x="1368094" y="56311"/>
                </a:lnTo>
                <a:lnTo>
                  <a:pt x="1329486" y="36664"/>
                </a:lnTo>
                <a:lnTo>
                  <a:pt x="1288910" y="20980"/>
                </a:lnTo>
                <a:lnTo>
                  <a:pt x="1246581" y="9486"/>
                </a:lnTo>
                <a:lnTo>
                  <a:pt x="1202728" y="2413"/>
                </a:lnTo>
                <a:lnTo>
                  <a:pt x="1157566" y="0"/>
                </a:lnTo>
                <a:lnTo>
                  <a:pt x="1112418" y="2413"/>
                </a:lnTo>
                <a:lnTo>
                  <a:pt x="1068565" y="9486"/>
                </a:lnTo>
                <a:lnTo>
                  <a:pt x="1026236" y="20980"/>
                </a:lnTo>
                <a:lnTo>
                  <a:pt x="985659" y="36664"/>
                </a:lnTo>
                <a:lnTo>
                  <a:pt x="947051" y="56311"/>
                </a:lnTo>
                <a:lnTo>
                  <a:pt x="910628" y="79679"/>
                </a:lnTo>
                <a:lnTo>
                  <a:pt x="876630" y="106540"/>
                </a:lnTo>
                <a:lnTo>
                  <a:pt x="845261" y="136652"/>
                </a:lnTo>
                <a:lnTo>
                  <a:pt x="816762" y="169773"/>
                </a:lnTo>
                <a:lnTo>
                  <a:pt x="791337" y="205689"/>
                </a:lnTo>
                <a:lnTo>
                  <a:pt x="769213" y="244144"/>
                </a:lnTo>
                <a:lnTo>
                  <a:pt x="750608" y="284924"/>
                </a:lnTo>
                <a:lnTo>
                  <a:pt x="735761" y="327774"/>
                </a:lnTo>
                <a:lnTo>
                  <a:pt x="724877" y="372478"/>
                </a:lnTo>
                <a:lnTo>
                  <a:pt x="718185" y="418782"/>
                </a:lnTo>
                <a:lnTo>
                  <a:pt x="715911" y="466471"/>
                </a:lnTo>
                <a:lnTo>
                  <a:pt x="718185" y="514197"/>
                </a:lnTo>
                <a:lnTo>
                  <a:pt x="724877" y="560527"/>
                </a:lnTo>
                <a:lnTo>
                  <a:pt x="735761" y="605256"/>
                </a:lnTo>
                <a:lnTo>
                  <a:pt x="750608" y="648131"/>
                </a:lnTo>
                <a:lnTo>
                  <a:pt x="769213" y="688924"/>
                </a:lnTo>
                <a:lnTo>
                  <a:pt x="791337" y="727392"/>
                </a:lnTo>
                <a:lnTo>
                  <a:pt x="816762" y="763320"/>
                </a:lnTo>
                <a:lnTo>
                  <a:pt x="845261" y="796455"/>
                </a:lnTo>
                <a:lnTo>
                  <a:pt x="876630" y="826566"/>
                </a:lnTo>
                <a:lnTo>
                  <a:pt x="910628" y="853427"/>
                </a:lnTo>
                <a:lnTo>
                  <a:pt x="947051" y="876808"/>
                </a:lnTo>
                <a:lnTo>
                  <a:pt x="985659" y="896454"/>
                </a:lnTo>
                <a:lnTo>
                  <a:pt x="1026236" y="912139"/>
                </a:lnTo>
                <a:lnTo>
                  <a:pt x="1068565" y="923645"/>
                </a:lnTo>
                <a:lnTo>
                  <a:pt x="1112418" y="930706"/>
                </a:lnTo>
                <a:lnTo>
                  <a:pt x="1157566" y="933119"/>
                </a:lnTo>
                <a:lnTo>
                  <a:pt x="1202728" y="930706"/>
                </a:lnTo>
                <a:lnTo>
                  <a:pt x="1246581" y="923645"/>
                </a:lnTo>
                <a:lnTo>
                  <a:pt x="1288910" y="912139"/>
                </a:lnTo>
                <a:lnTo>
                  <a:pt x="1329486" y="896454"/>
                </a:lnTo>
                <a:lnTo>
                  <a:pt x="1368094" y="876808"/>
                </a:lnTo>
                <a:lnTo>
                  <a:pt x="1404505" y="853427"/>
                </a:lnTo>
                <a:lnTo>
                  <a:pt x="1438503" y="826566"/>
                </a:lnTo>
                <a:lnTo>
                  <a:pt x="1469872" y="796455"/>
                </a:lnTo>
                <a:lnTo>
                  <a:pt x="1498384" y="763320"/>
                </a:lnTo>
                <a:lnTo>
                  <a:pt x="1523809" y="727392"/>
                </a:lnTo>
                <a:lnTo>
                  <a:pt x="1545932" y="688924"/>
                </a:lnTo>
                <a:lnTo>
                  <a:pt x="1564525" y="648131"/>
                </a:lnTo>
                <a:lnTo>
                  <a:pt x="1579384" y="605256"/>
                </a:lnTo>
                <a:lnTo>
                  <a:pt x="1590268" y="560527"/>
                </a:lnTo>
                <a:lnTo>
                  <a:pt x="1596961" y="514197"/>
                </a:lnTo>
                <a:lnTo>
                  <a:pt x="1599234" y="466471"/>
                </a:lnTo>
                <a:close/>
              </a:path>
              <a:path w="3205479" h="3852545">
                <a:moveTo>
                  <a:pt x="3205442" y="1375841"/>
                </a:moveTo>
                <a:lnTo>
                  <a:pt x="3197872" y="1325041"/>
                </a:lnTo>
                <a:lnTo>
                  <a:pt x="3180296" y="1286941"/>
                </a:lnTo>
                <a:lnTo>
                  <a:pt x="3121329" y="1236141"/>
                </a:lnTo>
                <a:lnTo>
                  <a:pt x="3083077" y="1223441"/>
                </a:lnTo>
                <a:lnTo>
                  <a:pt x="3041053" y="1210741"/>
                </a:lnTo>
                <a:lnTo>
                  <a:pt x="2858884" y="1210741"/>
                </a:lnTo>
                <a:lnTo>
                  <a:pt x="2622296" y="1147241"/>
                </a:lnTo>
                <a:lnTo>
                  <a:pt x="2575458" y="1121841"/>
                </a:lnTo>
                <a:lnTo>
                  <a:pt x="2529040" y="1109141"/>
                </a:lnTo>
                <a:lnTo>
                  <a:pt x="2437866" y="1058341"/>
                </a:lnTo>
                <a:lnTo>
                  <a:pt x="2393327" y="1045641"/>
                </a:lnTo>
                <a:lnTo>
                  <a:pt x="2371483" y="1032941"/>
                </a:lnTo>
                <a:lnTo>
                  <a:pt x="2349639" y="1020241"/>
                </a:lnTo>
                <a:lnTo>
                  <a:pt x="2306904" y="994841"/>
                </a:lnTo>
                <a:lnTo>
                  <a:pt x="2286063" y="982141"/>
                </a:lnTo>
                <a:lnTo>
                  <a:pt x="2265222" y="969441"/>
                </a:lnTo>
                <a:lnTo>
                  <a:pt x="2224709" y="944041"/>
                </a:lnTo>
                <a:lnTo>
                  <a:pt x="2185466" y="918641"/>
                </a:lnTo>
                <a:lnTo>
                  <a:pt x="2137041" y="880541"/>
                </a:lnTo>
                <a:lnTo>
                  <a:pt x="2091055" y="855141"/>
                </a:lnTo>
                <a:lnTo>
                  <a:pt x="2047709" y="817041"/>
                </a:lnTo>
                <a:lnTo>
                  <a:pt x="2007209" y="791641"/>
                </a:lnTo>
                <a:lnTo>
                  <a:pt x="1969744" y="753541"/>
                </a:lnTo>
                <a:lnTo>
                  <a:pt x="1935518" y="728141"/>
                </a:lnTo>
                <a:lnTo>
                  <a:pt x="1904746" y="702741"/>
                </a:lnTo>
                <a:lnTo>
                  <a:pt x="1880806" y="690041"/>
                </a:lnTo>
                <a:lnTo>
                  <a:pt x="1859788" y="664641"/>
                </a:lnTo>
                <a:lnTo>
                  <a:pt x="1841804" y="651941"/>
                </a:lnTo>
                <a:lnTo>
                  <a:pt x="1826958" y="639241"/>
                </a:lnTo>
                <a:lnTo>
                  <a:pt x="1820672" y="626541"/>
                </a:lnTo>
                <a:lnTo>
                  <a:pt x="1810804" y="626541"/>
                </a:lnTo>
                <a:lnTo>
                  <a:pt x="1805063" y="613841"/>
                </a:lnTo>
                <a:lnTo>
                  <a:pt x="1801469" y="613841"/>
                </a:lnTo>
                <a:lnTo>
                  <a:pt x="1794154" y="601141"/>
                </a:lnTo>
                <a:lnTo>
                  <a:pt x="1786496" y="601141"/>
                </a:lnTo>
                <a:lnTo>
                  <a:pt x="1778558" y="588441"/>
                </a:lnTo>
                <a:lnTo>
                  <a:pt x="1770418" y="588441"/>
                </a:lnTo>
                <a:lnTo>
                  <a:pt x="1745107" y="575741"/>
                </a:lnTo>
                <a:lnTo>
                  <a:pt x="1717662" y="563041"/>
                </a:lnTo>
                <a:lnTo>
                  <a:pt x="1688414" y="563041"/>
                </a:lnTo>
                <a:lnTo>
                  <a:pt x="1657667" y="550341"/>
                </a:lnTo>
                <a:lnTo>
                  <a:pt x="1631861" y="550341"/>
                </a:lnTo>
                <a:lnTo>
                  <a:pt x="1622183" y="601141"/>
                </a:lnTo>
                <a:lnTo>
                  <a:pt x="1608442" y="651941"/>
                </a:lnTo>
                <a:lnTo>
                  <a:pt x="1590865" y="690041"/>
                </a:lnTo>
                <a:lnTo>
                  <a:pt x="1569643" y="728141"/>
                </a:lnTo>
                <a:lnTo>
                  <a:pt x="1545005" y="778941"/>
                </a:lnTo>
                <a:lnTo>
                  <a:pt x="1517154" y="804341"/>
                </a:lnTo>
                <a:lnTo>
                  <a:pt x="1486319" y="842441"/>
                </a:lnTo>
                <a:lnTo>
                  <a:pt x="1452702" y="867841"/>
                </a:lnTo>
                <a:lnTo>
                  <a:pt x="1416507" y="905941"/>
                </a:lnTo>
                <a:lnTo>
                  <a:pt x="1377975" y="918641"/>
                </a:lnTo>
                <a:lnTo>
                  <a:pt x="1337310" y="944041"/>
                </a:lnTo>
                <a:lnTo>
                  <a:pt x="1294714" y="956741"/>
                </a:lnTo>
                <a:lnTo>
                  <a:pt x="1204607" y="982141"/>
                </a:lnTo>
                <a:lnTo>
                  <a:pt x="1110449" y="982141"/>
                </a:lnTo>
                <a:lnTo>
                  <a:pt x="1020356" y="956741"/>
                </a:lnTo>
                <a:lnTo>
                  <a:pt x="977773" y="944041"/>
                </a:lnTo>
                <a:lnTo>
                  <a:pt x="937107" y="918641"/>
                </a:lnTo>
                <a:lnTo>
                  <a:pt x="898575" y="905941"/>
                </a:lnTo>
                <a:lnTo>
                  <a:pt x="862406" y="867841"/>
                </a:lnTo>
                <a:lnTo>
                  <a:pt x="828789" y="842441"/>
                </a:lnTo>
                <a:lnTo>
                  <a:pt x="797953" y="804341"/>
                </a:lnTo>
                <a:lnTo>
                  <a:pt x="770102" y="778941"/>
                </a:lnTo>
                <a:lnTo>
                  <a:pt x="745464" y="728141"/>
                </a:lnTo>
                <a:lnTo>
                  <a:pt x="724255" y="690041"/>
                </a:lnTo>
                <a:lnTo>
                  <a:pt x="706666" y="651941"/>
                </a:lnTo>
                <a:lnTo>
                  <a:pt x="692937" y="601141"/>
                </a:lnTo>
                <a:lnTo>
                  <a:pt x="683260" y="550341"/>
                </a:lnTo>
                <a:lnTo>
                  <a:pt x="657517" y="550341"/>
                </a:lnTo>
                <a:lnTo>
                  <a:pt x="638073" y="563041"/>
                </a:lnTo>
                <a:lnTo>
                  <a:pt x="600887" y="563041"/>
                </a:lnTo>
                <a:lnTo>
                  <a:pt x="583298" y="575741"/>
                </a:lnTo>
                <a:lnTo>
                  <a:pt x="562673" y="575741"/>
                </a:lnTo>
                <a:lnTo>
                  <a:pt x="523976" y="588441"/>
                </a:lnTo>
                <a:lnTo>
                  <a:pt x="467626" y="613841"/>
                </a:lnTo>
                <a:lnTo>
                  <a:pt x="398818" y="639241"/>
                </a:lnTo>
                <a:lnTo>
                  <a:pt x="322770" y="677341"/>
                </a:lnTo>
                <a:lnTo>
                  <a:pt x="283438" y="690041"/>
                </a:lnTo>
                <a:lnTo>
                  <a:pt x="204863" y="740841"/>
                </a:lnTo>
                <a:lnTo>
                  <a:pt x="166471" y="766241"/>
                </a:lnTo>
                <a:lnTo>
                  <a:pt x="129286" y="804341"/>
                </a:lnTo>
                <a:lnTo>
                  <a:pt x="106832" y="817041"/>
                </a:lnTo>
                <a:lnTo>
                  <a:pt x="64363" y="867841"/>
                </a:lnTo>
                <a:lnTo>
                  <a:pt x="40005" y="905941"/>
                </a:lnTo>
                <a:lnTo>
                  <a:pt x="35217" y="918641"/>
                </a:lnTo>
                <a:lnTo>
                  <a:pt x="30607" y="918641"/>
                </a:lnTo>
                <a:lnTo>
                  <a:pt x="26187" y="931341"/>
                </a:lnTo>
                <a:lnTo>
                  <a:pt x="15621" y="956741"/>
                </a:lnTo>
                <a:lnTo>
                  <a:pt x="7327" y="982141"/>
                </a:lnTo>
                <a:lnTo>
                  <a:pt x="1917" y="1020241"/>
                </a:lnTo>
                <a:lnTo>
                  <a:pt x="0" y="1045641"/>
                </a:lnTo>
                <a:lnTo>
                  <a:pt x="762" y="1071041"/>
                </a:lnTo>
                <a:lnTo>
                  <a:pt x="3098" y="1096441"/>
                </a:lnTo>
                <a:lnTo>
                  <a:pt x="7010" y="1109141"/>
                </a:lnTo>
                <a:lnTo>
                  <a:pt x="12776" y="1134541"/>
                </a:lnTo>
                <a:lnTo>
                  <a:pt x="13055" y="1134541"/>
                </a:lnTo>
                <a:lnTo>
                  <a:pt x="30911" y="1172641"/>
                </a:lnTo>
                <a:lnTo>
                  <a:pt x="54254" y="1210741"/>
                </a:lnTo>
                <a:lnTo>
                  <a:pt x="81940" y="1248841"/>
                </a:lnTo>
                <a:lnTo>
                  <a:pt x="112839" y="1286941"/>
                </a:lnTo>
                <a:lnTo>
                  <a:pt x="147129" y="1312341"/>
                </a:lnTo>
                <a:lnTo>
                  <a:pt x="184531" y="1337741"/>
                </a:lnTo>
                <a:lnTo>
                  <a:pt x="225399" y="1363141"/>
                </a:lnTo>
                <a:lnTo>
                  <a:pt x="270052" y="1375841"/>
                </a:lnTo>
                <a:lnTo>
                  <a:pt x="318833" y="1401241"/>
                </a:lnTo>
                <a:lnTo>
                  <a:pt x="372084" y="1426641"/>
                </a:lnTo>
                <a:lnTo>
                  <a:pt x="410235" y="1439341"/>
                </a:lnTo>
                <a:lnTo>
                  <a:pt x="450634" y="1452041"/>
                </a:lnTo>
                <a:lnTo>
                  <a:pt x="493356" y="1464741"/>
                </a:lnTo>
                <a:lnTo>
                  <a:pt x="538480" y="1477441"/>
                </a:lnTo>
                <a:lnTo>
                  <a:pt x="586105" y="1490141"/>
                </a:lnTo>
                <a:lnTo>
                  <a:pt x="636308" y="1502841"/>
                </a:lnTo>
                <a:lnTo>
                  <a:pt x="689152" y="1515541"/>
                </a:lnTo>
                <a:lnTo>
                  <a:pt x="744740" y="1528241"/>
                </a:lnTo>
                <a:lnTo>
                  <a:pt x="803148" y="1540941"/>
                </a:lnTo>
                <a:lnTo>
                  <a:pt x="876642" y="1540941"/>
                </a:lnTo>
                <a:lnTo>
                  <a:pt x="915466" y="1528241"/>
                </a:lnTo>
                <a:lnTo>
                  <a:pt x="948296" y="1490141"/>
                </a:lnTo>
                <a:lnTo>
                  <a:pt x="973074" y="1452041"/>
                </a:lnTo>
                <a:lnTo>
                  <a:pt x="987729" y="1413941"/>
                </a:lnTo>
                <a:lnTo>
                  <a:pt x="990346" y="1363141"/>
                </a:lnTo>
                <a:lnTo>
                  <a:pt x="982103" y="1325041"/>
                </a:lnTo>
                <a:lnTo>
                  <a:pt x="964196" y="1286941"/>
                </a:lnTo>
                <a:lnTo>
                  <a:pt x="937793" y="1261541"/>
                </a:lnTo>
                <a:lnTo>
                  <a:pt x="904074" y="1236141"/>
                </a:lnTo>
                <a:lnTo>
                  <a:pt x="864209" y="1223441"/>
                </a:lnTo>
                <a:lnTo>
                  <a:pt x="798779" y="1198041"/>
                </a:lnTo>
                <a:lnTo>
                  <a:pt x="737717" y="1185341"/>
                </a:lnTo>
                <a:lnTo>
                  <a:pt x="680961" y="1172641"/>
                </a:lnTo>
                <a:lnTo>
                  <a:pt x="628459" y="1159941"/>
                </a:lnTo>
                <a:lnTo>
                  <a:pt x="580136" y="1147241"/>
                </a:lnTo>
                <a:lnTo>
                  <a:pt x="535940" y="1134541"/>
                </a:lnTo>
                <a:lnTo>
                  <a:pt x="495808" y="1121841"/>
                </a:lnTo>
                <a:lnTo>
                  <a:pt x="459663" y="1109141"/>
                </a:lnTo>
                <a:lnTo>
                  <a:pt x="399135" y="1083741"/>
                </a:lnTo>
                <a:lnTo>
                  <a:pt x="364832" y="1058341"/>
                </a:lnTo>
                <a:lnTo>
                  <a:pt x="350786" y="1058341"/>
                </a:lnTo>
                <a:lnTo>
                  <a:pt x="338747" y="1045641"/>
                </a:lnTo>
                <a:lnTo>
                  <a:pt x="345046" y="1045641"/>
                </a:lnTo>
                <a:lnTo>
                  <a:pt x="351840" y="1032941"/>
                </a:lnTo>
                <a:lnTo>
                  <a:pt x="359143" y="1032941"/>
                </a:lnTo>
                <a:lnTo>
                  <a:pt x="366928" y="1020241"/>
                </a:lnTo>
                <a:lnTo>
                  <a:pt x="374738" y="1020241"/>
                </a:lnTo>
                <a:lnTo>
                  <a:pt x="403352" y="1007541"/>
                </a:lnTo>
                <a:lnTo>
                  <a:pt x="434479" y="982141"/>
                </a:lnTo>
                <a:lnTo>
                  <a:pt x="500329" y="956741"/>
                </a:lnTo>
                <a:lnTo>
                  <a:pt x="527608" y="1083741"/>
                </a:lnTo>
                <a:lnTo>
                  <a:pt x="602742" y="1109141"/>
                </a:lnTo>
                <a:lnTo>
                  <a:pt x="646823" y="1121841"/>
                </a:lnTo>
                <a:lnTo>
                  <a:pt x="695553" y="1134541"/>
                </a:lnTo>
                <a:lnTo>
                  <a:pt x="749147" y="1147241"/>
                </a:lnTo>
                <a:lnTo>
                  <a:pt x="807821" y="1159941"/>
                </a:lnTo>
                <a:lnTo>
                  <a:pt x="871816" y="1172641"/>
                </a:lnTo>
                <a:lnTo>
                  <a:pt x="908951" y="1185341"/>
                </a:lnTo>
                <a:lnTo>
                  <a:pt x="942682" y="1210741"/>
                </a:lnTo>
                <a:lnTo>
                  <a:pt x="972223" y="1236141"/>
                </a:lnTo>
                <a:lnTo>
                  <a:pt x="1015149" y="1299641"/>
                </a:lnTo>
                <a:lnTo>
                  <a:pt x="1026287" y="1337741"/>
                </a:lnTo>
                <a:lnTo>
                  <a:pt x="1030046" y="1375841"/>
                </a:lnTo>
                <a:lnTo>
                  <a:pt x="1026261" y="1426641"/>
                </a:lnTo>
                <a:lnTo>
                  <a:pt x="1012151" y="1464741"/>
                </a:lnTo>
                <a:lnTo>
                  <a:pt x="988999" y="1502841"/>
                </a:lnTo>
                <a:lnTo>
                  <a:pt x="958189" y="1540941"/>
                </a:lnTo>
                <a:lnTo>
                  <a:pt x="921131" y="1566341"/>
                </a:lnTo>
                <a:lnTo>
                  <a:pt x="879233" y="1579041"/>
                </a:lnTo>
                <a:lnTo>
                  <a:pt x="833869" y="1591741"/>
                </a:lnTo>
                <a:lnTo>
                  <a:pt x="805065" y="1591741"/>
                </a:lnTo>
                <a:lnTo>
                  <a:pt x="795515" y="1579041"/>
                </a:lnTo>
                <a:lnTo>
                  <a:pt x="749617" y="1579041"/>
                </a:lnTo>
                <a:lnTo>
                  <a:pt x="705345" y="1566341"/>
                </a:lnTo>
                <a:lnTo>
                  <a:pt x="662622" y="1553641"/>
                </a:lnTo>
                <a:lnTo>
                  <a:pt x="621372" y="1540941"/>
                </a:lnTo>
                <a:lnTo>
                  <a:pt x="626706" y="1566341"/>
                </a:lnTo>
                <a:lnTo>
                  <a:pt x="626706" y="3598341"/>
                </a:lnTo>
                <a:lnTo>
                  <a:pt x="630618" y="3649141"/>
                </a:lnTo>
                <a:lnTo>
                  <a:pt x="641883" y="3687241"/>
                </a:lnTo>
                <a:lnTo>
                  <a:pt x="659841" y="3738041"/>
                </a:lnTo>
                <a:lnTo>
                  <a:pt x="683793" y="3763441"/>
                </a:lnTo>
                <a:lnTo>
                  <a:pt x="713041" y="3801541"/>
                </a:lnTo>
                <a:lnTo>
                  <a:pt x="746912" y="3826941"/>
                </a:lnTo>
                <a:lnTo>
                  <a:pt x="784707" y="3839641"/>
                </a:lnTo>
                <a:lnTo>
                  <a:pt x="825766" y="3852341"/>
                </a:lnTo>
                <a:lnTo>
                  <a:pt x="913003" y="3852341"/>
                </a:lnTo>
                <a:lnTo>
                  <a:pt x="954062" y="3839641"/>
                </a:lnTo>
                <a:lnTo>
                  <a:pt x="991870" y="3826941"/>
                </a:lnTo>
                <a:lnTo>
                  <a:pt x="1025753" y="3801541"/>
                </a:lnTo>
                <a:lnTo>
                  <a:pt x="1055001" y="3763441"/>
                </a:lnTo>
                <a:lnTo>
                  <a:pt x="1078953" y="3738041"/>
                </a:lnTo>
                <a:lnTo>
                  <a:pt x="1096911" y="3687241"/>
                </a:lnTo>
                <a:lnTo>
                  <a:pt x="1108189" y="3649141"/>
                </a:lnTo>
                <a:lnTo>
                  <a:pt x="1112100" y="3598341"/>
                </a:lnTo>
                <a:lnTo>
                  <a:pt x="1112100" y="1731441"/>
                </a:lnTo>
                <a:lnTo>
                  <a:pt x="1203083" y="1731441"/>
                </a:lnTo>
                <a:lnTo>
                  <a:pt x="1203083" y="3598341"/>
                </a:lnTo>
                <a:lnTo>
                  <a:pt x="1206995" y="3649141"/>
                </a:lnTo>
                <a:lnTo>
                  <a:pt x="1218272" y="3687241"/>
                </a:lnTo>
                <a:lnTo>
                  <a:pt x="1236218" y="3738041"/>
                </a:lnTo>
                <a:lnTo>
                  <a:pt x="1260170" y="3763441"/>
                </a:lnTo>
                <a:lnTo>
                  <a:pt x="1289418" y="3801541"/>
                </a:lnTo>
                <a:lnTo>
                  <a:pt x="1323289" y="3826941"/>
                </a:lnTo>
                <a:lnTo>
                  <a:pt x="1361097" y="3839641"/>
                </a:lnTo>
                <a:lnTo>
                  <a:pt x="1402156" y="3852341"/>
                </a:lnTo>
                <a:lnTo>
                  <a:pt x="1489392" y="3852341"/>
                </a:lnTo>
                <a:lnTo>
                  <a:pt x="1530464" y="3839641"/>
                </a:lnTo>
                <a:lnTo>
                  <a:pt x="1568284" y="3826941"/>
                </a:lnTo>
                <a:lnTo>
                  <a:pt x="1602168" y="3801541"/>
                </a:lnTo>
                <a:lnTo>
                  <a:pt x="1631442" y="3763441"/>
                </a:lnTo>
                <a:lnTo>
                  <a:pt x="1655394" y="3738041"/>
                </a:lnTo>
                <a:lnTo>
                  <a:pt x="1673364" y="3687241"/>
                </a:lnTo>
                <a:lnTo>
                  <a:pt x="1684642" y="3649141"/>
                </a:lnTo>
                <a:lnTo>
                  <a:pt x="1688553" y="3598341"/>
                </a:lnTo>
                <a:lnTo>
                  <a:pt x="1688553" y="1731441"/>
                </a:lnTo>
                <a:lnTo>
                  <a:pt x="1688553" y="1591741"/>
                </a:lnTo>
                <a:lnTo>
                  <a:pt x="1688553" y="1566341"/>
                </a:lnTo>
                <a:lnTo>
                  <a:pt x="1797545" y="1032941"/>
                </a:lnTo>
                <a:lnTo>
                  <a:pt x="1836585" y="1071041"/>
                </a:lnTo>
                <a:lnTo>
                  <a:pt x="1878355" y="1096441"/>
                </a:lnTo>
                <a:lnTo>
                  <a:pt x="1922741" y="1134541"/>
                </a:lnTo>
                <a:lnTo>
                  <a:pt x="1969643" y="1159941"/>
                </a:lnTo>
                <a:lnTo>
                  <a:pt x="2018957" y="1198041"/>
                </a:lnTo>
                <a:lnTo>
                  <a:pt x="2056434" y="1223441"/>
                </a:lnTo>
                <a:lnTo>
                  <a:pt x="2095068" y="1248841"/>
                </a:lnTo>
                <a:lnTo>
                  <a:pt x="2134832" y="1274241"/>
                </a:lnTo>
                <a:lnTo>
                  <a:pt x="2175675" y="1299641"/>
                </a:lnTo>
                <a:lnTo>
                  <a:pt x="2217559" y="1312341"/>
                </a:lnTo>
                <a:lnTo>
                  <a:pt x="2260460" y="1337741"/>
                </a:lnTo>
                <a:lnTo>
                  <a:pt x="2304326" y="1363141"/>
                </a:lnTo>
                <a:lnTo>
                  <a:pt x="2349119" y="1388541"/>
                </a:lnTo>
                <a:lnTo>
                  <a:pt x="2394813" y="1401241"/>
                </a:lnTo>
                <a:lnTo>
                  <a:pt x="2441359" y="1426641"/>
                </a:lnTo>
                <a:lnTo>
                  <a:pt x="2488717" y="1439341"/>
                </a:lnTo>
                <a:lnTo>
                  <a:pt x="2536863" y="1464741"/>
                </a:lnTo>
                <a:lnTo>
                  <a:pt x="2839936" y="1540941"/>
                </a:lnTo>
                <a:lnTo>
                  <a:pt x="2945460" y="1540941"/>
                </a:lnTo>
                <a:lnTo>
                  <a:pt x="2998901" y="1553641"/>
                </a:lnTo>
                <a:lnTo>
                  <a:pt x="3013240" y="1540941"/>
                </a:lnTo>
                <a:lnTo>
                  <a:pt x="3097415" y="1540941"/>
                </a:lnTo>
                <a:lnTo>
                  <a:pt x="3134169" y="1515541"/>
                </a:lnTo>
                <a:lnTo>
                  <a:pt x="3164751" y="1490141"/>
                </a:lnTo>
                <a:lnTo>
                  <a:pt x="3187776" y="1452041"/>
                </a:lnTo>
                <a:lnTo>
                  <a:pt x="3201809" y="1413941"/>
                </a:lnTo>
                <a:lnTo>
                  <a:pt x="3205442" y="1375841"/>
                </a:lnTo>
                <a:close/>
              </a:path>
            </a:pathLst>
          </a:custGeom>
          <a:solidFill>
            <a:srgbClr val="4471C4"/>
          </a:solidFill>
        </p:spPr>
        <p:txBody>
          <a:bodyPr wrap="square" lIns="0" tIns="0" rIns="0" bIns="0" rtlCol="0"/>
          <a:lstStyle/>
          <a:p>
            <a:endParaRPr/>
          </a:p>
        </p:txBody>
      </p:sp>
      <p:pic>
        <p:nvPicPr>
          <p:cNvPr id="3" name="object 3"/>
          <p:cNvPicPr/>
          <p:nvPr/>
        </p:nvPicPr>
        <p:blipFill>
          <a:blip r:embed="rId2" cstate="print"/>
          <a:stretch>
            <a:fillRect/>
          </a:stretch>
        </p:blipFill>
        <p:spPr>
          <a:xfrm>
            <a:off x="6518905" y="2692978"/>
            <a:ext cx="2933059" cy="2481780"/>
          </a:xfrm>
          <a:prstGeom prst="rect">
            <a:avLst/>
          </a:prstGeom>
        </p:spPr>
      </p:pic>
      <p:sp>
        <p:nvSpPr>
          <p:cNvPr id="4" name="object 4"/>
          <p:cNvSpPr txBox="1">
            <a:spLocks noGrp="1"/>
          </p:cNvSpPr>
          <p:nvPr>
            <p:ph type="ftr" sz="quarter" idx="5"/>
          </p:nvPr>
        </p:nvSpPr>
        <p:spPr>
          <a:xfrm>
            <a:off x="1762125" y="6443726"/>
            <a:ext cx="1092328" cy="208006"/>
          </a:xfrm>
          <a:prstGeom prst="rect">
            <a:avLst/>
          </a:prstGeom>
        </p:spPr>
        <p:txBody>
          <a:bodyPr vert="horz" wrap="square" lIns="0" tIns="0" rIns="0" bIns="0" rtlCol="0">
            <a:spAutoFit/>
          </a:bodyPr>
          <a:lstStyle/>
          <a:p>
            <a:pPr marL="12700">
              <a:lnSpc>
                <a:spcPts val="1620"/>
              </a:lnSpc>
            </a:pPr>
            <a:r>
              <a:rPr lang="en-US" spc="-10" dirty="0"/>
              <a:t>11/20/2025</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33</a:t>
            </a:fld>
            <a:endParaRPr spc="-25" dirty="0"/>
          </a:p>
        </p:txBody>
      </p:sp>
      <p:pic>
        <p:nvPicPr>
          <p:cNvPr id="6" name="Picture 5" descr="A logo of a company&#10;&#10;AI-generated content may be incorrect.">
            <a:extLst>
              <a:ext uri="{FF2B5EF4-FFF2-40B4-BE49-F238E27FC236}">
                <a16:creationId xmlns:a16="http://schemas.microsoft.com/office/drawing/2014/main" id="{E7AFAE24-D09C-0C64-A218-A610945E58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37547" y="6096000"/>
            <a:ext cx="1092328" cy="64782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1309</TotalTime>
  <Words>1683</Words>
  <Application>Microsoft Office PowerPoint</Application>
  <PresentationFormat>Widescreen</PresentationFormat>
  <Paragraphs>283</Paragraphs>
  <Slides>33</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33</vt:i4>
      </vt:variant>
    </vt:vector>
  </HeadingPairs>
  <TitlesOfParts>
    <vt:vector size="46" baseType="lpstr">
      <vt:lpstr>Aptos</vt:lpstr>
      <vt:lpstr>Arial</vt:lpstr>
      <vt:lpstr>Arial MT</vt:lpstr>
      <vt:lpstr>Calibri</vt:lpstr>
      <vt:lpstr>Cambria</vt:lpstr>
      <vt:lpstr>Consolas</vt:lpstr>
      <vt:lpstr>Georgia</vt:lpstr>
      <vt:lpstr>IBM Plex Sans Medium</vt:lpstr>
      <vt:lpstr>Inter</vt:lpstr>
      <vt:lpstr>Petrona Bold</vt:lpstr>
      <vt:lpstr>Roboto</vt:lpstr>
      <vt:lpstr>Wingdings</vt:lpstr>
      <vt:lpstr>Office Theme</vt:lpstr>
      <vt:lpstr>Store Sales Dataset</vt:lpstr>
      <vt:lpstr>Our Team</vt:lpstr>
      <vt:lpstr>1. Introduction and Overview</vt:lpstr>
      <vt:lpstr>Introduction</vt:lpstr>
      <vt:lpstr>Overview</vt:lpstr>
      <vt:lpstr>Dataset Overview</vt:lpstr>
      <vt:lpstr>Data Fields Description</vt:lpstr>
      <vt:lpstr>Data Exploration</vt:lpstr>
      <vt:lpstr>Data Exploration</vt:lpstr>
      <vt:lpstr>Data Exploration</vt:lpstr>
      <vt:lpstr>PowerPoint Presentation</vt:lpstr>
      <vt:lpstr>Data Cleaning</vt:lpstr>
      <vt:lpstr>Data Cleaning</vt:lpstr>
      <vt:lpstr>Data Cleaning</vt:lpstr>
      <vt:lpstr>Data Modeling</vt:lpstr>
      <vt:lpstr>PowerPoint Presentation</vt:lpstr>
      <vt:lpstr>PowerPoint Presentation</vt:lpstr>
      <vt:lpstr>PowerPoint Presentation</vt:lpstr>
      <vt:lpstr>PowerPoint Presentation</vt:lpstr>
      <vt:lpstr>Visualization Dashboards</vt:lpstr>
      <vt:lpstr>Visualization Dashboards</vt:lpstr>
      <vt:lpstr>Visualization Dashboards</vt:lpstr>
      <vt:lpstr>Visualization Dashboards</vt:lpstr>
      <vt:lpstr>Visualization Dashboards</vt:lpstr>
      <vt:lpstr>Conclusion</vt:lpstr>
      <vt:lpstr>Conclusion</vt:lpstr>
      <vt:lpstr>Conclusion</vt:lpstr>
      <vt:lpstr>Conclusion</vt:lpstr>
      <vt:lpstr>Conclusion</vt:lpstr>
      <vt:lpstr>                             Conclusion</vt:lpstr>
      <vt:lpstr>Recommendations</vt:lpstr>
      <vt:lpstr>Recommendations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SAMA</dc:creator>
  <cp:lastModifiedBy>20612021200178</cp:lastModifiedBy>
  <cp:revision>12</cp:revision>
  <dcterms:created xsi:type="dcterms:W3CDTF">2025-11-15T20:14:52Z</dcterms:created>
  <dcterms:modified xsi:type="dcterms:W3CDTF">2025-11-20T20:05:26Z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2025-05-17T00:00:00Z</vt:filetime>
  </property>
  <property fmtid="{D5CDD505-2E9C-101B-9397-08002B2CF9AE}" pid="3" name="Creator">
    <vt:lpwstr>Microsoft® PowerPoint® 2019</vt:lpwstr>
  </property>
  <property fmtid="{D5CDD505-2E9C-101B-9397-08002B2CF9AE}" pid="4" name="LastSaved">
    <vt:filetime>2025-11-15T00:00:00Z</vt:filetime>
  </property>
  <property fmtid="{D5CDD505-2E9C-101B-9397-08002B2CF9AE}" pid="5" name="Producer">
    <vt:lpwstr>Microsoft® PowerPoint® 2019</vt:lpwstr>
  </property>
</Properties>
</file>